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media/image11.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5.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
  </p:notesMasterIdLst>
  <p:handoutMasterIdLst>
    <p:handoutMasterId r:id="rId6"/>
  </p:handoutMasterIdLst>
  <p:sldIdLst>
    <p:sldId id="256" r:id="rId12"/>
    <p:sldId id="257" r:id="rId13"/>
    <p:sldId id="258" r:id="rId14"/>
    <p:sldId id="259" r:id="rId15"/>
    <p:sldId id="260" r:id="rId16"/>
    <p:sldId id="261" r:id="rId17"/>
    <p:sldId id="262" r:id="rId18"/>
    <p:sldId id="263" r:id="rId19"/>
    <p:sldId id="26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C79A135-135D-72D7-E203-76FB6EF93614}" name="Adler-Belendez, Dhyan" initials="ABD" userId="S::dadlerbelendez@deloitte.com::a2b51309-ddb9-43ee-8412-8897c9b5e02a" providerId="AD"/>
  <p188:author id="{086038C7-C401-64AD-F5B4-9458A7AB18D4}" name="Menard, Madeline" initials="MM" userId="S::mamenard@deloitte.com::adb1ce07-c972-45a1-b6f7-f2211d33c42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BBCBC"/>
    <a:srgbClr val="046A38"/>
    <a:srgbClr val="75A789"/>
    <a:srgbClr val="9EC85A"/>
    <a:srgbClr val="74AC50"/>
    <a:srgbClr val="86BC25"/>
    <a:srgbClr val="86EB22"/>
    <a:srgbClr val="000000"/>
    <a:srgbClr val="7DDC2C"/>
    <a:srgbClr val="86E22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959"/>
    <p:restoredTop sz="94762"/>
  </p:normalViewPr>
  <p:slideViewPr>
    <p:cSldViewPr snapToGrid="0">
      <p:cViewPr varScale="1">
        <p:scale>
          <a:sx n="121" d="100"/>
          <a:sy n="121" d="100"/>
        </p:scale>
        <p:origin x="1296" y="176"/>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microsoft.com/office/2018/10/relationships/authors" Target="authors.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00C0641-F922-DAF2-822A-38D150136C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FB7CDDA-1345-0F8E-F8D7-E4B9152DE38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41B0B9-3DFB-514E-A83B-5CBFE11462FC}" type="datetimeFigureOut">
              <a:rPr lang="en-US" smtClean="0"/>
              <a:t>2/10/26</a:t>
            </a:fld>
            <a:endParaRPr lang="en-US"/>
          </a:p>
        </p:txBody>
      </p:sp>
      <p:sp>
        <p:nvSpPr>
          <p:cNvPr id="4" name="Footer Placeholder 3">
            <a:extLst>
              <a:ext uri="{FF2B5EF4-FFF2-40B4-BE49-F238E27FC236}">
                <a16:creationId xmlns:a16="http://schemas.microsoft.com/office/drawing/2014/main" id="{00A85D7C-E600-ACE7-E4BD-E7D1D0BC0B6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B4A5E36-C8AC-72BE-841C-741D530D8EB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E8C44B8-2569-1E4E-BB44-614471A3B225}" type="slidenum">
              <a:rPr lang="en-US" smtClean="0"/>
              <a:t>‹#›</a:t>
            </a:fld>
            <a:endParaRPr lang="en-US"/>
          </a:p>
        </p:txBody>
      </p:sp>
    </p:spTree>
    <p:extLst>
      <p:ext uri="{BB962C8B-B14F-4D97-AF65-F5344CB8AC3E}">
        <p14:creationId xmlns:p14="http://schemas.microsoft.com/office/powerpoint/2010/main" val="31594416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D4E4BF-C0D2-A04A-A954-195E0847A888}" type="datetimeFigureOut">
              <a:rPr lang="en-US" smtClean="0"/>
              <a:t>2/10/26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A25862-2025-094E-9C5A-6EDA66886987}" type="slidenum">
              <a:rPr lang="en-US" smtClean="0"/>
              <a:t>‹#›</a:t>
            </a:fld>
            <a:endParaRPr lang="en-US"/>
          </a:p>
        </p:txBody>
      </p:sp>
    </p:spTree>
    <p:extLst>
      <p:ext uri="{BB962C8B-B14F-4D97-AF65-F5344CB8AC3E}">
        <p14:creationId xmlns:p14="http://schemas.microsoft.com/office/powerpoint/2010/main" val="3495007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6.png"/><Relationship Id="rId5" Type="http://schemas.openxmlformats.org/officeDocument/2006/relationships/image" Target="../media/image7.svg"/><Relationship Id="rId6" Type="http://schemas.openxmlformats.org/officeDocument/2006/relationships/image" Target="../media/image8.png"/><Relationship Id="rId7" Type="http://schemas.openxmlformats.org/officeDocument/2006/relationships/image" Target="../media/image9.svg"/><Relationship Id="rId8" Type="http://schemas.openxmlformats.org/officeDocument/2006/relationships/image" Target="../media/image10.png"/><Relationship Id="rId9" Type="http://schemas.openxmlformats.org/officeDocument/2006/relationships/image" Target="../media/image11.svg"/><Relationship Id="rId10" Type="http://schemas.openxmlformats.org/officeDocument/2006/relationships/image" Target="../media/image12.png"/><Relationship Id="rId11" Type="http://schemas.openxmlformats.org/officeDocument/2006/relationships/image" Target="../media/image13.svg"/><Relationship Id="rId12" Type="http://schemas.openxmlformats.org/officeDocument/2006/relationships/image" Target="../media/image14.png"/><Relationship Id="rId13" Type="http://schemas.openxmlformats.org/officeDocument/2006/relationships/image" Target="../media/image15.svg"/><Relationship Id="rId14" Type="http://schemas.openxmlformats.org/officeDocument/2006/relationships/image" Target="../media/image16.png"/><Relationship Id="rId15" Type="http://schemas.openxmlformats.org/officeDocument/2006/relationships/image" Target="../media/image17.svg"/><Relationship Id="rId16" Type="http://schemas.openxmlformats.org/officeDocument/2006/relationships/image" Target="../media/image18.png"/><Relationship Id="rId17" Type="http://schemas.openxmlformats.org/officeDocument/2006/relationships/image" Target="../media/image19.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2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_slide">
    <p:bg>
      <p:bgPr>
        <a:solidFill>
          <a:schemeClr val="accent1"/>
        </a:solidFill>
        <a:effectLst/>
      </p:bgPr>
    </p:bg>
    <p:spTree>
      <p:nvGrpSpPr>
        <p:cNvPr id="1" name=""/>
        <p:cNvGrpSpPr/>
        <p:nvPr/>
      </p:nvGrpSpPr>
      <p:grpSpPr>
        <a:xfrm>
          <a:off x="0" y="0"/>
          <a:ext cx="0" cy="0"/>
          <a:chOff x="0" y="0"/>
          <a:chExt cx="0" cy="0"/>
        </a:xfrm>
      </p:grpSpPr>
      <p:sp>
        <p:nvSpPr>
          <p:cNvPr id="12" name="background_image">
            <a:extLst>
              <a:ext uri="{FF2B5EF4-FFF2-40B4-BE49-F238E27FC236}">
                <a16:creationId xmlns:a16="http://schemas.microsoft.com/office/drawing/2014/main" id="{C7F91F08-B67F-552B-8738-215A206FDFB7}"/>
              </a:ext>
            </a:extLst>
          </p:cNvPr>
          <p:cNvSpPr>
            <a:spLocks noGrp="1"/>
          </p:cNvSpPr>
          <p:nvPr>
            <p:ph type="pic" sz="quarter" idx="23" hasCustomPrompt="1"/>
          </p:nvPr>
        </p:nvSpPr>
        <p:spPr>
          <a:xfrm>
            <a:off x="5106636" y="590700"/>
            <a:ext cx="5943600" cy="5943600"/>
          </a:xfrm>
        </p:spPr>
        <p:txBody>
          <a:bodyPr anchor="ctr">
            <a:normAutofit/>
          </a:bodyPr>
          <a:lstStyle>
            <a:lvl1pPr marL="0" indent="0" algn="l">
              <a:buNone/>
              <a:defRPr sz="1200" b="0" i="0">
                <a:latin typeface="Open Sans SemiBold" pitchFamily="2" charset="0"/>
                <a:ea typeface="Open Sans SemiBold" pitchFamily="2" charset="0"/>
                <a:cs typeface="Open Sans SemiBold" pitchFamily="2" charset="0"/>
              </a:defRPr>
            </a:lvl1pPr>
          </a:lstStyle>
          <a:p>
            <a:r>
              <a:rPr lang="en-US" dirty="0"/>
              <a:t>{{ background }}</a:t>
            </a:r>
          </a:p>
        </p:txBody>
      </p:sp>
      <p:sp>
        <p:nvSpPr>
          <p:cNvPr id="7" name="Picture Placeholder 6">
            <a:extLst>
              <a:ext uri="{FF2B5EF4-FFF2-40B4-BE49-F238E27FC236}">
                <a16:creationId xmlns:a16="http://schemas.microsoft.com/office/drawing/2014/main" id="{7A727163-275F-7D9C-7706-593B833D96B5}"/>
              </a:ext>
            </a:extLst>
          </p:cNvPr>
          <p:cNvSpPr>
            <a:spLocks noGrp="1"/>
          </p:cNvSpPr>
          <p:nvPr>
            <p:ph type="pic" sz="quarter" idx="24" hasCustomPrompt="1"/>
          </p:nvPr>
        </p:nvSpPr>
        <p:spPr>
          <a:xfrm>
            <a:off x="0" y="0"/>
            <a:ext cx="12192000" cy="6858000"/>
          </a:xfrm>
        </p:spPr>
        <p:txBody>
          <a:bodyPr>
            <a:normAutofit/>
          </a:bodyPr>
          <a:lstStyle>
            <a:lvl1pPr marL="0" indent="0">
              <a:buNone/>
              <a:defRPr sz="1200"/>
            </a:lvl1pPr>
          </a:lstStyle>
          <a:p>
            <a:r>
              <a:rPr lang="en-US" sz="1200" dirty="0"/>
              <a:t>{{ </a:t>
            </a:r>
            <a:r>
              <a:rPr lang="en-US" sz="1200" dirty="0" err="1"/>
              <a:t>cover_background</a:t>
            </a:r>
            <a:r>
              <a:rPr lang="en-US" sz="1200" dirty="0"/>
              <a:t> }}</a:t>
            </a:r>
            <a:endParaRPr lang="en-US" dirty="0"/>
          </a:p>
        </p:txBody>
      </p:sp>
      <p:sp>
        <p:nvSpPr>
          <p:cNvPr id="5" name="Title">
            <a:extLst>
              <a:ext uri="{FF2B5EF4-FFF2-40B4-BE49-F238E27FC236}">
                <a16:creationId xmlns:a16="http://schemas.microsoft.com/office/drawing/2014/main" id="{C43A4E4F-026F-93FC-DD7D-7D34FFA9C2C2}"/>
              </a:ext>
            </a:extLst>
          </p:cNvPr>
          <p:cNvSpPr>
            <a:spLocks noGrp="1"/>
          </p:cNvSpPr>
          <p:nvPr>
            <p:ph type="subTitle" idx="1" hasCustomPrompt="1"/>
          </p:nvPr>
        </p:nvSpPr>
        <p:spPr>
          <a:xfrm>
            <a:off x="539496" y="3534730"/>
            <a:ext cx="4248404" cy="2011680"/>
          </a:xfrm>
        </p:spPr>
        <p:txBody>
          <a:bodyPr anchor="b">
            <a:normAutofit/>
          </a:bodyPr>
          <a:lstStyle>
            <a:lvl1pPr marL="0" indent="0" algn="l">
              <a:lnSpc>
                <a:spcPct val="100000"/>
              </a:lnSpc>
              <a:buNone/>
              <a:defRPr sz="3200" b="0" i="0" baseline="0">
                <a:solidFill>
                  <a:schemeClr val="tx1"/>
                </a:solidFill>
                <a:latin typeface="Open Sans SemiBold" pitchFamily="2" charset="0"/>
                <a:ea typeface="Open Sans SemiBold" pitchFamily="2" charset="0"/>
                <a:cs typeface="Open Sans SemiBold"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Title</a:t>
            </a:r>
          </a:p>
        </p:txBody>
      </p:sp>
      <p:sp>
        <p:nvSpPr>
          <p:cNvPr id="6" name="Date">
            <a:extLst>
              <a:ext uri="{FF2B5EF4-FFF2-40B4-BE49-F238E27FC236}">
                <a16:creationId xmlns:a16="http://schemas.microsoft.com/office/drawing/2014/main" id="{6B5FC140-B4A9-386A-D70E-D127936CD4D3}"/>
              </a:ext>
            </a:extLst>
          </p:cNvPr>
          <p:cNvSpPr>
            <a:spLocks noGrp="1"/>
          </p:cNvSpPr>
          <p:nvPr>
            <p:ph type="body" sz="quarter" idx="19" hasCustomPrompt="1"/>
          </p:nvPr>
        </p:nvSpPr>
        <p:spPr>
          <a:xfrm>
            <a:off x="539496" y="5733551"/>
            <a:ext cx="4248404" cy="384594"/>
          </a:xfrm>
        </p:spPr>
        <p:txBody>
          <a:bodyPr>
            <a:noAutofit/>
          </a:bodyPr>
          <a:lstStyle>
            <a:lvl1pPr marL="0" indent="0">
              <a:lnSpc>
                <a:spcPct val="100000"/>
              </a:lnSpc>
              <a:buNone/>
              <a:defRPr sz="1600" b="0" i="0">
                <a:solidFill>
                  <a:schemeClr val="tx1"/>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Date</a:t>
            </a:r>
          </a:p>
        </p:txBody>
      </p:sp>
      <p:sp>
        <p:nvSpPr>
          <p:cNvPr id="11" name="deloitte_logo">
            <a:extLst>
              <a:ext uri="{FF2B5EF4-FFF2-40B4-BE49-F238E27FC236}">
                <a16:creationId xmlns:a16="http://schemas.microsoft.com/office/drawing/2014/main" id="{DC1D14E8-8F48-B48B-84A9-FA50456E4BF4}"/>
              </a:ext>
            </a:extLst>
          </p:cNvPr>
          <p:cNvSpPr>
            <a:spLocks noGrp="1"/>
          </p:cNvSpPr>
          <p:nvPr>
            <p:ph type="pic" sz="quarter" idx="21" hasCustomPrompt="1"/>
          </p:nvPr>
        </p:nvSpPr>
        <p:spPr>
          <a:xfrm>
            <a:off x="280636" y="222400"/>
            <a:ext cx="2471962" cy="1002837"/>
          </a:xfrm>
        </p:spPr>
        <p:txBody>
          <a:bodyPr>
            <a:normAutofit/>
          </a:bodyPr>
          <a:lstStyle>
            <a:lvl1pPr marL="0" indent="0">
              <a:buNone/>
              <a:defRPr sz="1200" b="0" i="0">
                <a:latin typeface="Open Sans SemiBold" pitchFamily="2" charset="0"/>
                <a:ea typeface="Open Sans SemiBold" pitchFamily="2" charset="0"/>
                <a:cs typeface="Open Sans SemiBold" pitchFamily="2" charset="0"/>
              </a:defRPr>
            </a:lvl1pPr>
          </a:lstStyle>
          <a:p>
            <a:r>
              <a:rPr lang="en-US" dirty="0"/>
              <a:t>{{ </a:t>
            </a:r>
            <a:r>
              <a:rPr lang="en-US" dirty="0" err="1"/>
              <a:t>deloitte_logo</a:t>
            </a:r>
            <a:r>
              <a:rPr lang="en-US" dirty="0"/>
              <a:t> }}</a:t>
            </a:r>
          </a:p>
        </p:txBody>
      </p:sp>
    </p:spTree>
    <p:extLst>
      <p:ext uri="{BB962C8B-B14F-4D97-AF65-F5344CB8AC3E}">
        <p14:creationId xmlns:p14="http://schemas.microsoft.com/office/powerpoint/2010/main" val="1887937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able_of_contents_slide">
    <p:spTree>
      <p:nvGrpSpPr>
        <p:cNvPr id="1" name=""/>
        <p:cNvGrpSpPr/>
        <p:nvPr/>
      </p:nvGrpSpPr>
      <p:grpSpPr>
        <a:xfrm>
          <a:off x="0" y="0"/>
          <a:ext cx="0" cy="0"/>
          <a:chOff x="0" y="0"/>
          <a:chExt cx="0" cy="0"/>
        </a:xfrm>
      </p:grpSpPr>
      <p:sp>
        <p:nvSpPr>
          <p:cNvPr id="5" name="Ordered List">
            <a:extLst>
              <a:ext uri="{FF2B5EF4-FFF2-40B4-BE49-F238E27FC236}">
                <a16:creationId xmlns:a16="http://schemas.microsoft.com/office/drawing/2014/main" id="{F27D9986-4991-F211-2097-4531393800E4}"/>
              </a:ext>
            </a:extLst>
          </p:cNvPr>
          <p:cNvSpPr>
            <a:spLocks noGrp="1"/>
          </p:cNvSpPr>
          <p:nvPr>
            <p:ph type="title" hasCustomPrompt="1"/>
          </p:nvPr>
        </p:nvSpPr>
        <p:spPr>
          <a:xfrm>
            <a:off x="5517395" y="1035050"/>
            <a:ext cx="6164531" cy="5160682"/>
          </a:xfrm>
          <a:prstGeom prst="rect">
            <a:avLst/>
          </a:prstGeom>
        </p:spPr>
        <p:txBody>
          <a:bodyPr anchor="t">
            <a:normAutofit/>
          </a:bodyPr>
          <a:lstStyle>
            <a:lvl1pPr marL="457200" marR="0" indent="-457200" algn="l" defTabSz="914400" rtl="0" eaLnBrk="1" fontAlgn="auto" latinLnBrk="0" hangingPunct="1">
              <a:lnSpc>
                <a:spcPts val="4540"/>
              </a:lnSpc>
              <a:spcBef>
                <a:spcPct val="0"/>
              </a:spcBef>
              <a:spcAft>
                <a:spcPts val="0"/>
              </a:spcAft>
              <a:buClrTx/>
              <a:buSzTx/>
              <a:buFont typeface="+mj-lt"/>
              <a:buAutoNum type="arabicPeriod"/>
              <a:tabLst/>
              <a:defRPr sz="2000" b="0" i="0">
                <a:solidFill>
                  <a:schemeClr val="tx1"/>
                </a:solidFill>
                <a:latin typeface="Open Sans SemiBold" pitchFamily="2" charset="0"/>
                <a:ea typeface="Open Sans SemiBold" pitchFamily="2" charset="0"/>
                <a:cs typeface="Open Sans SemiBold" pitchFamily="2" charset="0"/>
              </a:defRPr>
            </a:lvl1pPr>
          </a:lstStyle>
          <a:p>
            <a:r>
              <a:rPr lang="en-US" dirty="0"/>
              <a:t>Ordered list</a:t>
            </a:r>
          </a:p>
        </p:txBody>
      </p:sp>
      <p:sp>
        <p:nvSpPr>
          <p:cNvPr id="4" name="Table of Contents">
            <a:extLst>
              <a:ext uri="{FF2B5EF4-FFF2-40B4-BE49-F238E27FC236}">
                <a16:creationId xmlns:a16="http://schemas.microsoft.com/office/drawing/2014/main" id="{257DA0B3-9FE7-7F7C-C651-765918817187}"/>
              </a:ext>
            </a:extLst>
          </p:cNvPr>
          <p:cNvSpPr>
            <a:spLocks noGrp="1"/>
          </p:cNvSpPr>
          <p:nvPr>
            <p:ph type="body" sz="quarter" idx="19" hasCustomPrompt="1"/>
          </p:nvPr>
        </p:nvSpPr>
        <p:spPr>
          <a:xfrm>
            <a:off x="768490" y="1205514"/>
            <a:ext cx="4032109" cy="1201738"/>
          </a:xfrm>
        </p:spPr>
        <p:txBody>
          <a:bodyPr>
            <a:normAutofit/>
          </a:bodyPr>
          <a:lstStyle>
            <a:lvl1pPr marL="0" indent="0">
              <a:buNone/>
              <a:defRPr sz="4000" b="1" i="0">
                <a:solidFill>
                  <a:schemeClr val="tx1"/>
                </a:solidFill>
                <a:latin typeface="Open Sans SemiBold" pitchFamily="2" charset="0"/>
                <a:ea typeface="Open Sans SemiBold" pitchFamily="2" charset="0"/>
                <a:cs typeface="Open Sans SemiBold" pitchFamily="2" charset="0"/>
              </a:defRPr>
            </a:lvl1pPr>
          </a:lstStyle>
          <a:p>
            <a:pPr lvl="0"/>
            <a:r>
              <a:rPr lang="en-US" dirty="0"/>
              <a:t>Table of Contents</a:t>
            </a:r>
          </a:p>
        </p:txBody>
      </p:sp>
    </p:spTree>
    <p:extLst>
      <p:ext uri="{BB962C8B-B14F-4D97-AF65-F5344CB8AC3E}">
        <p14:creationId xmlns:p14="http://schemas.microsoft.com/office/powerpoint/2010/main" val="1599195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_divider_slide">
    <p:bg>
      <p:bgPr>
        <a:solidFill>
          <a:schemeClr val="accent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588CE2B-A52D-B497-031D-F74688AD81FC}"/>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4" name="Section Title">
            <a:extLst>
              <a:ext uri="{FF2B5EF4-FFF2-40B4-BE49-F238E27FC236}">
                <a16:creationId xmlns:a16="http://schemas.microsoft.com/office/drawing/2014/main" id="{7D1C5C28-0023-BBB6-67F4-AEAA9A32ECC9}"/>
              </a:ext>
            </a:extLst>
          </p:cNvPr>
          <p:cNvSpPr>
            <a:spLocks noGrp="1"/>
          </p:cNvSpPr>
          <p:nvPr>
            <p:ph type="title" hasCustomPrompt="1"/>
          </p:nvPr>
        </p:nvSpPr>
        <p:spPr>
          <a:xfrm>
            <a:off x="502920" y="2297426"/>
            <a:ext cx="7478202" cy="1377779"/>
          </a:xfrm>
          <a:prstGeom prst="rect">
            <a:avLst/>
          </a:prstGeom>
        </p:spPr>
        <p:txBody>
          <a:bodyPr anchor="b">
            <a:noAutofit/>
          </a:bodyPr>
          <a:lstStyle>
            <a:lvl1pPr marL="0" indent="0">
              <a:lnSpc>
                <a:spcPts val="4540"/>
              </a:lnSpc>
              <a:buFont typeface="+mj-lt"/>
              <a:buNone/>
              <a:defRPr sz="40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r>
              <a:rPr lang="en-US" dirty="0">
                <a:effectLst/>
              </a:rPr>
              <a:t>Section Title</a:t>
            </a:r>
            <a:endParaRPr lang="en-US" dirty="0"/>
          </a:p>
        </p:txBody>
      </p:sp>
    </p:spTree>
    <p:extLst>
      <p:ext uri="{BB962C8B-B14F-4D97-AF65-F5344CB8AC3E}">
        <p14:creationId xmlns:p14="http://schemas.microsoft.com/office/powerpoint/2010/main" val="21176820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ory_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Picture Placeholder">
            <a:extLst>
              <a:ext uri="{FF2B5EF4-FFF2-40B4-BE49-F238E27FC236}">
                <a16:creationId xmlns:a16="http://schemas.microsoft.com/office/drawing/2014/main" id="{E4EF35E7-29BA-D03E-F5D3-E920594167CA}"/>
              </a:ext>
            </a:extLst>
          </p:cNvPr>
          <p:cNvSpPr>
            <a:spLocks noGrp="1"/>
          </p:cNvSpPr>
          <p:nvPr>
            <p:ph type="pic" sz="quarter" idx="28" hasCustomPrompt="1"/>
          </p:nvPr>
        </p:nvSpPr>
        <p:spPr>
          <a:xfrm>
            <a:off x="6748286" y="0"/>
            <a:ext cx="5443714" cy="6858000"/>
          </a:xfrm>
          <a:prstGeom prst="rect">
            <a:avLst/>
          </a:prstGeom>
          <a:ln>
            <a:noFill/>
          </a:ln>
        </p:spPr>
        <p:txBody>
          <a:bodyPr/>
          <a:lstStyle>
            <a:lvl1pPr marL="0" indent="0">
              <a:buNone/>
              <a:defRPr sz="800"/>
            </a:lvl1pPr>
          </a:lstStyle>
          <a:p>
            <a:r>
              <a:rPr lang="en-US" dirty="0"/>
              <a:t>{{ </a:t>
            </a:r>
            <a:r>
              <a:rPr lang="en-US" dirty="0" err="1"/>
              <a:t>half_slide_image</a:t>
            </a:r>
            <a:r>
              <a:rPr lang="en-US" dirty="0"/>
              <a:t> }}</a:t>
            </a:r>
          </a:p>
        </p:txBody>
      </p:sp>
      <p:cxnSp>
        <p:nvCxnSpPr>
          <p:cNvPr id="9" name="shape">
            <a:extLst>
              <a:ext uri="{FF2B5EF4-FFF2-40B4-BE49-F238E27FC236}">
                <a16:creationId xmlns:a16="http://schemas.microsoft.com/office/drawing/2014/main" id="{7B59710B-5049-D2C1-0361-005F9DB4E27A}"/>
              </a:ext>
            </a:extLst>
          </p:cNvPr>
          <p:cNvCxnSpPr>
            <a:cxnSpLocks/>
          </p:cNvCxnSpPr>
          <p:nvPr userDrawn="1"/>
        </p:nvCxnSpPr>
        <p:spPr>
          <a:xfrm>
            <a:off x="6687060" y="0"/>
            <a:ext cx="5094" cy="6858000"/>
          </a:xfrm>
          <a:prstGeom prst="line">
            <a:avLst/>
          </a:prstGeom>
          <a:ln w="127000">
            <a:solidFill>
              <a:srgbClr val="86BC25"/>
            </a:solidFill>
          </a:ln>
        </p:spPr>
        <p:style>
          <a:lnRef idx="1">
            <a:schemeClr val="accent1"/>
          </a:lnRef>
          <a:fillRef idx="0">
            <a:schemeClr val="accent1"/>
          </a:fillRef>
          <a:effectRef idx="0">
            <a:schemeClr val="accent1"/>
          </a:effectRef>
          <a:fontRef idx="minor">
            <a:schemeClr val="tx1"/>
          </a:fontRef>
        </p:style>
      </p:cxnSp>
      <p:sp>
        <p:nvSpPr>
          <p:cNvPr id="7" name="Body Text">
            <a:extLst>
              <a:ext uri="{FF2B5EF4-FFF2-40B4-BE49-F238E27FC236}">
                <a16:creationId xmlns:a16="http://schemas.microsoft.com/office/drawing/2014/main" id="{B95F4ECA-B9C9-638E-7201-CCAC61547661}"/>
              </a:ext>
            </a:extLst>
          </p:cNvPr>
          <p:cNvSpPr>
            <a:spLocks noGrp="1"/>
          </p:cNvSpPr>
          <p:nvPr>
            <p:ph type="body" sz="quarter" idx="33" hasCustomPrompt="1"/>
          </p:nvPr>
        </p:nvSpPr>
        <p:spPr>
          <a:xfrm>
            <a:off x="457200" y="1684579"/>
            <a:ext cx="5765800" cy="4558177"/>
          </a:xfrm>
        </p:spPr>
        <p:txBody>
          <a:bodyPr>
            <a:noAutofit/>
          </a:bodyPr>
          <a:lstStyle>
            <a:lvl1pPr marL="0" indent="0">
              <a:lnSpc>
                <a:spcPts val="2020"/>
              </a:lnSpc>
              <a:spcBef>
                <a:spcPts val="0"/>
              </a:spcBef>
              <a:spcAft>
                <a:spcPts val="0"/>
              </a:spcAft>
              <a:buNone/>
              <a:defRPr sz="1200" b="0" i="0">
                <a:solidFill>
                  <a:schemeClr val="tx1"/>
                </a:solidFill>
                <a:effectLst/>
                <a:latin typeface="Open Sans SemiBold" pitchFamily="2" charset="0"/>
                <a:ea typeface="Open Sans SemiBold" pitchFamily="2" charset="0"/>
                <a:cs typeface="Open Sans SemiBold" pitchFamily="2" charset="0"/>
              </a:defRPr>
            </a:lvl1pPr>
          </a:lstStyle>
          <a:p>
            <a:pPr lvl="0"/>
            <a:r>
              <a:rPr lang="en-US" dirty="0"/>
              <a:t>Body text</a:t>
            </a:r>
          </a:p>
        </p:txBody>
      </p:sp>
      <p:sp>
        <p:nvSpPr>
          <p:cNvPr id="6" name="Slide Subtitle">
            <a:extLst>
              <a:ext uri="{FF2B5EF4-FFF2-40B4-BE49-F238E27FC236}">
                <a16:creationId xmlns:a16="http://schemas.microsoft.com/office/drawing/2014/main" id="{54DF0165-0008-A4FA-F54E-F92C21150352}"/>
              </a:ext>
            </a:extLst>
          </p:cNvPr>
          <p:cNvSpPr>
            <a:spLocks noGrp="1"/>
          </p:cNvSpPr>
          <p:nvPr>
            <p:ph type="body" sz="quarter" idx="32" hasCustomPrompt="1"/>
          </p:nvPr>
        </p:nvSpPr>
        <p:spPr>
          <a:xfrm>
            <a:off x="457200" y="685800"/>
            <a:ext cx="5775958" cy="634748"/>
          </a:xfrm>
        </p:spPr>
        <p:txBody>
          <a:bodyPr>
            <a:noAutofit/>
          </a:bodyPr>
          <a:lstStyle>
            <a:lvl1pPr marL="0" indent="0">
              <a:lnSpc>
                <a:spcPct val="100000"/>
              </a:lnSpc>
              <a:buNone/>
              <a:defRPr sz="1600" b="0" i="0">
                <a:solidFill>
                  <a:srgbClr val="53565A"/>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Slide Subtitle</a:t>
            </a:r>
          </a:p>
        </p:txBody>
      </p:sp>
      <p:sp>
        <p:nvSpPr>
          <p:cNvPr id="5" name="Slide Title">
            <a:extLst>
              <a:ext uri="{FF2B5EF4-FFF2-40B4-BE49-F238E27FC236}">
                <a16:creationId xmlns:a16="http://schemas.microsoft.com/office/drawing/2014/main" id="{6B88581C-46D1-7CB2-3E85-340586433A0D}"/>
              </a:ext>
            </a:extLst>
          </p:cNvPr>
          <p:cNvSpPr>
            <a:spLocks noGrp="1"/>
          </p:cNvSpPr>
          <p:nvPr>
            <p:ph type="body" sz="quarter" idx="31" hasCustomPrompt="1"/>
          </p:nvPr>
        </p:nvSpPr>
        <p:spPr>
          <a:xfrm>
            <a:off x="457200" y="347472"/>
            <a:ext cx="5781037" cy="338328"/>
          </a:xfrm>
        </p:spPr>
        <p:txBody>
          <a:bodyPr anchor="ctr">
            <a:noAutofit/>
          </a:bodyPr>
          <a:lstStyle>
            <a:lvl1pPr marL="0" indent="0">
              <a:lnSpc>
                <a:spcPct val="100000"/>
              </a:lnSpc>
              <a:buNone/>
              <a:defRPr sz="2100" b="1" i="0">
                <a:latin typeface="Open Sans SemiBold" pitchFamily="2" charset="0"/>
                <a:ea typeface="Open Sans SemiBold" pitchFamily="2" charset="0"/>
                <a:cs typeface="Open Sans SemiBold" pitchFamily="2" charset="0"/>
              </a:defRPr>
            </a:lvl1pPr>
          </a:lstStyle>
          <a:p>
            <a:pPr lvl="0"/>
            <a:r>
              <a:rPr lang="en-US" dirty="0"/>
              <a:t>Slide Title</a:t>
            </a:r>
          </a:p>
        </p:txBody>
      </p:sp>
    </p:spTree>
    <p:extLst>
      <p:ext uri="{BB962C8B-B14F-4D97-AF65-F5344CB8AC3E}">
        <p14:creationId xmlns:p14="http://schemas.microsoft.com/office/powerpoint/2010/main" val="612929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tro_three_categories_slide">
    <p:spTree>
      <p:nvGrpSpPr>
        <p:cNvPr id="1" name=""/>
        <p:cNvGrpSpPr/>
        <p:nvPr/>
      </p:nvGrpSpPr>
      <p:grpSpPr>
        <a:xfrm>
          <a:off x="0" y="0"/>
          <a:ext cx="0" cy="0"/>
          <a:chOff x="0" y="0"/>
          <a:chExt cx="0" cy="0"/>
        </a:xfrm>
      </p:grpSpPr>
      <p:sp>
        <p:nvSpPr>
          <p:cNvPr id="17" name="Column 3 icon">
            <a:extLst>
              <a:ext uri="{FF2B5EF4-FFF2-40B4-BE49-F238E27FC236}">
                <a16:creationId xmlns:a16="http://schemas.microsoft.com/office/drawing/2014/main" id="{47BCEE8D-7F24-3D71-EB3C-BD40C98962FD}"/>
              </a:ext>
            </a:extLst>
          </p:cNvPr>
          <p:cNvSpPr>
            <a:spLocks noGrp="1"/>
          </p:cNvSpPr>
          <p:nvPr>
            <p:ph type="pic" sz="quarter" idx="28" hasCustomPrompt="1"/>
          </p:nvPr>
        </p:nvSpPr>
        <p:spPr>
          <a:xfrm>
            <a:off x="9591411" y="2065483"/>
            <a:ext cx="836195" cy="836195"/>
          </a:xfrm>
          <a:prstGeom prst="rect">
            <a:avLst/>
          </a:prstGeom>
        </p:spPr>
        <p:txBody>
          <a:bodyPr/>
          <a:lstStyle>
            <a:lvl1pPr marL="0" indent="0">
              <a:buNone/>
              <a:defRPr sz="800"/>
            </a:lvl1pPr>
          </a:lstStyle>
          <a:p>
            <a:r>
              <a:rPr lang="en-US" dirty="0"/>
              <a:t>{{ </a:t>
            </a:r>
            <a:r>
              <a:rPr lang="en-US" dirty="0" err="1"/>
              <a:t>dynamic_icon_placeholder</a:t>
            </a:r>
            <a:r>
              <a:rPr lang="en-US" dirty="0"/>
              <a:t> }} Column 3</a:t>
            </a:r>
          </a:p>
        </p:txBody>
      </p:sp>
      <p:sp>
        <p:nvSpPr>
          <p:cNvPr id="16" name="Column 3 text">
            <a:extLst>
              <a:ext uri="{FF2B5EF4-FFF2-40B4-BE49-F238E27FC236}">
                <a16:creationId xmlns:a16="http://schemas.microsoft.com/office/drawing/2014/main" id="{B0956166-C777-314C-525F-B9B23B4C6750}"/>
              </a:ext>
            </a:extLst>
          </p:cNvPr>
          <p:cNvSpPr>
            <a:spLocks noGrp="1"/>
          </p:cNvSpPr>
          <p:nvPr>
            <p:ph type="body" sz="quarter" idx="25" hasCustomPrompt="1"/>
          </p:nvPr>
        </p:nvSpPr>
        <p:spPr>
          <a:xfrm>
            <a:off x="8466365" y="3658846"/>
            <a:ext cx="3086289" cy="2263240"/>
          </a:xfrm>
        </p:spPr>
        <p:txBody>
          <a:bodyPr>
            <a:normAutofit/>
          </a:bodyPr>
          <a:lstStyle>
            <a:lvl1pPr marL="0" marR="0" indent="0" algn="ctr" defTabSz="914400" rtl="0" eaLnBrk="1" fontAlgn="auto" latinLnBrk="0" hangingPunct="1">
              <a:lnSpc>
                <a:spcPts val="1880"/>
              </a:lnSpc>
              <a:spcBef>
                <a:spcPts val="1000"/>
              </a:spcBef>
              <a:spcAft>
                <a:spcPts val="0"/>
              </a:spcAft>
              <a:buClrTx/>
              <a:buSzTx/>
              <a:buFont typeface="Arial" panose="020B0604020202020204" pitchFamily="34" charset="0"/>
              <a:buNone/>
              <a:tabLst/>
              <a:defRPr sz="1200" b="0" i="0">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Column 3 Text</a:t>
            </a:r>
          </a:p>
        </p:txBody>
      </p:sp>
      <p:sp>
        <p:nvSpPr>
          <p:cNvPr id="14" name="Column 3 title">
            <a:extLst>
              <a:ext uri="{FF2B5EF4-FFF2-40B4-BE49-F238E27FC236}">
                <a16:creationId xmlns:a16="http://schemas.microsoft.com/office/drawing/2014/main" id="{948758C6-9262-AA59-56B4-12ED9FCA412B}"/>
              </a:ext>
            </a:extLst>
          </p:cNvPr>
          <p:cNvSpPr>
            <a:spLocks noGrp="1"/>
          </p:cNvSpPr>
          <p:nvPr>
            <p:ph type="body" sz="quarter" idx="26" hasCustomPrompt="1"/>
          </p:nvPr>
        </p:nvSpPr>
        <p:spPr>
          <a:xfrm>
            <a:off x="8363589" y="3083004"/>
            <a:ext cx="3291840" cy="470588"/>
          </a:xfrm>
        </p:spPr>
        <p:txBody>
          <a:bodyP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b="1" i="0">
                <a:solidFill>
                  <a:srgbClr val="74AC50"/>
                </a:solidFill>
                <a:latin typeface="Open Sans" pitchFamily="2" charset="0"/>
                <a:ea typeface="Open Sans" pitchFamily="2" charset="0"/>
                <a:cs typeface="Open Sans" pitchFamily="2" charset="0"/>
              </a:defRPr>
            </a:lvl1pPr>
            <a:lvl5pPr marL="1828800" indent="0">
              <a:buNone/>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Column 3 Title</a:t>
            </a:r>
          </a:p>
        </p:txBody>
      </p:sp>
      <p:sp>
        <p:nvSpPr>
          <p:cNvPr id="13" name="Column 2 icon">
            <a:extLst>
              <a:ext uri="{FF2B5EF4-FFF2-40B4-BE49-F238E27FC236}">
                <a16:creationId xmlns:a16="http://schemas.microsoft.com/office/drawing/2014/main" id="{222E3CC8-7714-EC2F-6488-A191771ED96A}"/>
              </a:ext>
            </a:extLst>
          </p:cNvPr>
          <p:cNvSpPr>
            <a:spLocks noGrp="1"/>
          </p:cNvSpPr>
          <p:nvPr>
            <p:ph type="pic" sz="quarter" idx="27" hasCustomPrompt="1"/>
          </p:nvPr>
        </p:nvSpPr>
        <p:spPr>
          <a:xfrm>
            <a:off x="5677901" y="2065483"/>
            <a:ext cx="836195" cy="836195"/>
          </a:xfrm>
          <a:prstGeom prst="rect">
            <a:avLst/>
          </a:prstGeom>
        </p:spPr>
        <p:txBody>
          <a:bodyPr/>
          <a:lstStyle>
            <a:lvl1pPr marL="0" indent="0">
              <a:buNone/>
              <a:defRPr sz="800"/>
            </a:lvl1pPr>
          </a:lstStyle>
          <a:p>
            <a:r>
              <a:rPr lang="en-US" dirty="0"/>
              <a:t>{{ </a:t>
            </a:r>
            <a:r>
              <a:rPr lang="en-US" dirty="0" err="1"/>
              <a:t>dynamic_icon_placeholder</a:t>
            </a:r>
            <a:r>
              <a:rPr lang="en-US" dirty="0"/>
              <a:t> }} Column 2</a:t>
            </a:r>
          </a:p>
        </p:txBody>
      </p:sp>
      <p:sp>
        <p:nvSpPr>
          <p:cNvPr id="12" name="Column 2 text">
            <a:extLst>
              <a:ext uri="{FF2B5EF4-FFF2-40B4-BE49-F238E27FC236}">
                <a16:creationId xmlns:a16="http://schemas.microsoft.com/office/drawing/2014/main" id="{6BEFBC58-C264-3E56-E7F9-0BE0E3F53EDF}"/>
              </a:ext>
            </a:extLst>
          </p:cNvPr>
          <p:cNvSpPr>
            <a:spLocks noGrp="1"/>
          </p:cNvSpPr>
          <p:nvPr>
            <p:ph type="body" sz="quarter" idx="23" hasCustomPrompt="1"/>
          </p:nvPr>
        </p:nvSpPr>
        <p:spPr>
          <a:xfrm>
            <a:off x="4552855" y="3658846"/>
            <a:ext cx="3086289" cy="2263240"/>
          </a:xfrm>
        </p:spPr>
        <p:txBody>
          <a:bodyPr>
            <a:normAutofit/>
          </a:bodyPr>
          <a:lstStyle>
            <a:lvl1pPr marL="0" marR="0" indent="0" algn="ctr" defTabSz="914400" rtl="0" eaLnBrk="1" fontAlgn="auto" latinLnBrk="0" hangingPunct="1">
              <a:lnSpc>
                <a:spcPts val="1880"/>
              </a:lnSpc>
              <a:spcBef>
                <a:spcPts val="1000"/>
              </a:spcBef>
              <a:spcAft>
                <a:spcPts val="0"/>
              </a:spcAft>
              <a:buClrTx/>
              <a:buSzTx/>
              <a:buFont typeface="Arial" panose="020B0604020202020204" pitchFamily="34" charset="0"/>
              <a:buNone/>
              <a:tabLst/>
              <a:defRPr sz="1200" b="0" i="0">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Column 2 Text</a:t>
            </a:r>
          </a:p>
        </p:txBody>
      </p:sp>
      <p:sp>
        <p:nvSpPr>
          <p:cNvPr id="10" name="Column 2 Title">
            <a:extLst>
              <a:ext uri="{FF2B5EF4-FFF2-40B4-BE49-F238E27FC236}">
                <a16:creationId xmlns:a16="http://schemas.microsoft.com/office/drawing/2014/main" id="{684C9EF5-2D64-90A2-65B4-8D51A00C8C21}"/>
              </a:ext>
            </a:extLst>
          </p:cNvPr>
          <p:cNvSpPr>
            <a:spLocks noGrp="1"/>
          </p:cNvSpPr>
          <p:nvPr>
            <p:ph type="body" sz="quarter" idx="24" hasCustomPrompt="1"/>
          </p:nvPr>
        </p:nvSpPr>
        <p:spPr>
          <a:xfrm>
            <a:off x="4450079" y="3083004"/>
            <a:ext cx="3291840" cy="470588"/>
          </a:xfrm>
        </p:spPr>
        <p:txBody>
          <a:bodyP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b="1" i="0">
                <a:solidFill>
                  <a:srgbClr val="74AC50"/>
                </a:solidFill>
                <a:latin typeface="Open Sans" pitchFamily="2" charset="0"/>
                <a:ea typeface="Open Sans" pitchFamily="2" charset="0"/>
                <a:cs typeface="Open Sans" pitchFamily="2" charset="0"/>
              </a:defRPr>
            </a:lvl1pPr>
            <a:lvl5pPr marL="1828800" indent="0">
              <a:buNone/>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Column 2 Title</a:t>
            </a:r>
          </a:p>
        </p:txBody>
      </p:sp>
      <p:sp>
        <p:nvSpPr>
          <p:cNvPr id="9" name="Column 1 icon">
            <a:extLst>
              <a:ext uri="{FF2B5EF4-FFF2-40B4-BE49-F238E27FC236}">
                <a16:creationId xmlns:a16="http://schemas.microsoft.com/office/drawing/2014/main" id="{567B250B-740F-89BB-1336-62BB74DCA15B}"/>
              </a:ext>
            </a:extLst>
          </p:cNvPr>
          <p:cNvSpPr>
            <a:spLocks noGrp="1"/>
          </p:cNvSpPr>
          <p:nvPr>
            <p:ph type="pic" sz="quarter" idx="20" hasCustomPrompt="1"/>
          </p:nvPr>
        </p:nvSpPr>
        <p:spPr>
          <a:xfrm>
            <a:off x="1764393" y="2065483"/>
            <a:ext cx="836195" cy="836195"/>
          </a:xfrm>
          <a:prstGeom prst="rect">
            <a:avLst/>
          </a:prstGeom>
        </p:spPr>
        <p:txBody>
          <a:bodyPr/>
          <a:lstStyle>
            <a:lvl1pPr marL="0" indent="0">
              <a:buNone/>
              <a:defRPr sz="800"/>
            </a:lvl1pPr>
          </a:lstStyle>
          <a:p>
            <a:r>
              <a:rPr lang="en-US" dirty="0"/>
              <a:t>{{ </a:t>
            </a:r>
            <a:r>
              <a:rPr lang="en-US" dirty="0" err="1"/>
              <a:t>dynamic_icon_placeholder</a:t>
            </a:r>
            <a:r>
              <a:rPr lang="en-US" dirty="0"/>
              <a:t> }} Column 1</a:t>
            </a:r>
          </a:p>
        </p:txBody>
      </p:sp>
      <p:sp>
        <p:nvSpPr>
          <p:cNvPr id="8" name="Column 1 text">
            <a:extLst>
              <a:ext uri="{FF2B5EF4-FFF2-40B4-BE49-F238E27FC236}">
                <a16:creationId xmlns:a16="http://schemas.microsoft.com/office/drawing/2014/main" id="{6FAD1CBF-686B-73FE-9F79-565F0510EAC8}"/>
              </a:ext>
            </a:extLst>
          </p:cNvPr>
          <p:cNvSpPr>
            <a:spLocks noGrp="1"/>
          </p:cNvSpPr>
          <p:nvPr>
            <p:ph type="body" sz="quarter" idx="21" hasCustomPrompt="1"/>
          </p:nvPr>
        </p:nvSpPr>
        <p:spPr>
          <a:xfrm>
            <a:off x="639347" y="3658847"/>
            <a:ext cx="3086289" cy="2263239"/>
          </a:xfrm>
        </p:spPr>
        <p:txBody>
          <a:bodyPr>
            <a:normAutofit/>
          </a:bodyPr>
          <a:lstStyle>
            <a:lvl1pPr marL="0" indent="0" algn="ctr">
              <a:lnSpc>
                <a:spcPts val="1880"/>
              </a:lnSpc>
              <a:buNone/>
              <a:defRPr sz="1200" b="0" i="0">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Column 1 Text</a:t>
            </a:r>
          </a:p>
        </p:txBody>
      </p:sp>
      <p:sp>
        <p:nvSpPr>
          <p:cNvPr id="6" name="Column 1 Title">
            <a:extLst>
              <a:ext uri="{FF2B5EF4-FFF2-40B4-BE49-F238E27FC236}">
                <a16:creationId xmlns:a16="http://schemas.microsoft.com/office/drawing/2014/main" id="{2F2ACD48-E6A6-18E0-B6FC-CC7B42BDD4A8}"/>
              </a:ext>
            </a:extLst>
          </p:cNvPr>
          <p:cNvSpPr>
            <a:spLocks noGrp="1"/>
          </p:cNvSpPr>
          <p:nvPr>
            <p:ph type="body" sz="quarter" idx="22" hasCustomPrompt="1"/>
          </p:nvPr>
        </p:nvSpPr>
        <p:spPr>
          <a:xfrm>
            <a:off x="536571" y="3083004"/>
            <a:ext cx="3291840" cy="470590"/>
          </a:xfrm>
        </p:spPr>
        <p:txBody>
          <a:bodyP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b="1" i="0">
                <a:solidFill>
                  <a:srgbClr val="74AC50"/>
                </a:solidFill>
                <a:latin typeface="Open Sans" pitchFamily="2" charset="0"/>
                <a:ea typeface="Open Sans" pitchFamily="2" charset="0"/>
                <a:cs typeface="Open Sans" pitchFamily="2" charset="0"/>
              </a:defRPr>
            </a:lvl1pPr>
            <a:lvl5pPr marL="1828800" indent="0">
              <a:buNone/>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Column 1 Title</a:t>
            </a:r>
          </a:p>
        </p:txBody>
      </p:sp>
      <p:sp>
        <p:nvSpPr>
          <p:cNvPr id="19" name="Slide Subtitle">
            <a:extLst>
              <a:ext uri="{FF2B5EF4-FFF2-40B4-BE49-F238E27FC236}">
                <a16:creationId xmlns:a16="http://schemas.microsoft.com/office/drawing/2014/main" id="{B22C0719-399C-C052-11BE-1ADA174ACA89}"/>
              </a:ext>
            </a:extLst>
          </p:cNvPr>
          <p:cNvSpPr>
            <a:spLocks noGrp="1"/>
          </p:cNvSpPr>
          <p:nvPr>
            <p:ph type="body" sz="quarter" idx="31" hasCustomPrompt="1"/>
          </p:nvPr>
        </p:nvSpPr>
        <p:spPr>
          <a:xfrm>
            <a:off x="457200" y="685800"/>
            <a:ext cx="11274552" cy="758952"/>
          </a:xfrm>
        </p:spPr>
        <p:txBody>
          <a:bodyPr>
            <a:normAutofit/>
          </a:bodyPr>
          <a:lstStyle>
            <a:lvl1pPr marL="0" indent="0">
              <a:lnSpc>
                <a:spcPct val="100000"/>
              </a:lnSpc>
              <a:buNone/>
              <a:defRPr sz="1600" b="0" i="0">
                <a:solidFill>
                  <a:srgbClr val="53565A"/>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Slide Subtitle</a:t>
            </a:r>
          </a:p>
        </p:txBody>
      </p:sp>
      <p:sp>
        <p:nvSpPr>
          <p:cNvPr id="20" name="Slide Title">
            <a:extLst>
              <a:ext uri="{FF2B5EF4-FFF2-40B4-BE49-F238E27FC236}">
                <a16:creationId xmlns:a16="http://schemas.microsoft.com/office/drawing/2014/main" id="{01CCED96-2332-9E72-DC60-245B6FE2CE93}"/>
              </a:ext>
            </a:extLst>
          </p:cNvPr>
          <p:cNvSpPr>
            <a:spLocks noGrp="1"/>
          </p:cNvSpPr>
          <p:nvPr>
            <p:ph type="body" sz="quarter" idx="10" hasCustomPrompt="1"/>
          </p:nvPr>
        </p:nvSpPr>
        <p:spPr>
          <a:xfrm>
            <a:off x="457200" y="347472"/>
            <a:ext cx="11274552" cy="338328"/>
          </a:xfrm>
        </p:spPr>
        <p:txBody>
          <a:bodyPr anchor="ctr">
            <a:normAutofit/>
          </a:bodyPr>
          <a:lstStyle>
            <a:lvl1pPr marL="0" indent="0">
              <a:lnSpc>
                <a:spcPct val="100000"/>
              </a:lnSpc>
              <a:buNone/>
              <a:defRPr sz="21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Slide Title</a:t>
            </a:r>
          </a:p>
        </p:txBody>
      </p:sp>
    </p:spTree>
    <p:extLst>
      <p:ext uri="{BB962C8B-B14F-4D97-AF65-F5344CB8AC3E}">
        <p14:creationId xmlns:p14="http://schemas.microsoft.com/office/powerpoint/2010/main" val="34108396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_columns_slide">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4048D996-E497-0E0D-B775-F45E15AE69BE}"/>
              </a:ext>
            </a:extLst>
          </p:cNvPr>
          <p:cNvSpPr/>
          <p:nvPr userDrawn="1"/>
        </p:nvSpPr>
        <p:spPr bwMode="gray">
          <a:xfrm>
            <a:off x="-1524" y="5775482"/>
            <a:ext cx="12192000" cy="1082517"/>
          </a:xfrm>
          <a:prstGeom prst="rect">
            <a:avLst/>
          </a:prstGeom>
          <a:gradFill>
            <a:gsLst>
              <a:gs pos="0">
                <a:srgbClr val="87E320"/>
              </a:gs>
              <a:gs pos="100000">
                <a:srgbClr val="63C631"/>
              </a:gs>
            </a:gsLst>
            <a:lin ang="0" scaled="0"/>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1" name="shape">
            <a:extLst>
              <a:ext uri="{FF2B5EF4-FFF2-40B4-BE49-F238E27FC236}">
                <a16:creationId xmlns:a16="http://schemas.microsoft.com/office/drawing/2014/main" id="{913431D2-48D1-6DD2-6DEC-E72DDD03EA58}"/>
              </a:ext>
            </a:extLst>
          </p:cNvPr>
          <p:cNvSpPr/>
          <p:nvPr userDrawn="1"/>
        </p:nvSpPr>
        <p:spPr>
          <a:xfrm>
            <a:off x="5671732" y="5502830"/>
            <a:ext cx="848536" cy="286335"/>
          </a:xfrm>
          <a:prstGeom prst="triangle">
            <a:avLst/>
          </a:prstGeom>
          <a:solidFill>
            <a:srgbClr val="7DDB2C"/>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7" name="Summary Statement">
            <a:extLst>
              <a:ext uri="{FF2B5EF4-FFF2-40B4-BE49-F238E27FC236}">
                <a16:creationId xmlns:a16="http://schemas.microsoft.com/office/drawing/2014/main" id="{DC3AC04B-D19A-20F0-6CFD-097D9844CE09}"/>
              </a:ext>
            </a:extLst>
          </p:cNvPr>
          <p:cNvSpPr>
            <a:spLocks noGrp="1"/>
          </p:cNvSpPr>
          <p:nvPr>
            <p:ph type="body" sz="quarter" idx="27" hasCustomPrompt="1"/>
          </p:nvPr>
        </p:nvSpPr>
        <p:spPr>
          <a:xfrm>
            <a:off x="536570" y="5968500"/>
            <a:ext cx="11118858" cy="609765"/>
          </a:xfrm>
        </p:spPr>
        <p:txBody>
          <a:bodyPr anchor="ctr">
            <a:normAutofit/>
          </a:bodyPr>
          <a:lstStyle>
            <a:lvl1pPr marL="0" indent="0" algn="ctr">
              <a:lnSpc>
                <a:spcPts val="2500"/>
              </a:lnSpc>
              <a:buNone/>
              <a:defRPr sz="1500" b="0" i="1">
                <a:latin typeface="Open Sans ExtraBold" pitchFamily="2" charset="0"/>
                <a:ea typeface="Open Sans ExtraBold" pitchFamily="2" charset="0"/>
                <a:cs typeface="Open Sans ExtraBold" pitchFamily="2" charset="0"/>
              </a:defRPr>
            </a:lvl1pPr>
            <a:lvl5pPr marL="1828800" indent="0">
              <a:buNone/>
              <a:defRPr/>
            </a:lvl5pPr>
          </a:lstStyle>
          <a:p>
            <a:pPr lvl="0"/>
            <a:r>
              <a:rPr lang="en-US" dirty="0"/>
              <a:t>Summary Statement</a:t>
            </a:r>
          </a:p>
        </p:txBody>
      </p:sp>
      <p:sp>
        <p:nvSpPr>
          <p:cNvPr id="15" name="Column 3 icon">
            <a:extLst>
              <a:ext uri="{FF2B5EF4-FFF2-40B4-BE49-F238E27FC236}">
                <a16:creationId xmlns:a16="http://schemas.microsoft.com/office/drawing/2014/main" id="{83FBD4D4-1C49-283C-D6A1-AED9EF049FC3}"/>
              </a:ext>
            </a:extLst>
          </p:cNvPr>
          <p:cNvSpPr>
            <a:spLocks noGrp="1"/>
          </p:cNvSpPr>
          <p:nvPr>
            <p:ph type="pic" sz="quarter" idx="29" hasCustomPrompt="1"/>
          </p:nvPr>
        </p:nvSpPr>
        <p:spPr>
          <a:xfrm>
            <a:off x="8416136" y="1969396"/>
            <a:ext cx="836195" cy="836195"/>
          </a:xfrm>
          <a:prstGeom prst="rect">
            <a:avLst/>
          </a:prstGeom>
        </p:spPr>
        <p:txBody>
          <a:bodyPr/>
          <a:lstStyle>
            <a:lvl1pPr marL="0" indent="0">
              <a:buNone/>
              <a:defRPr sz="800"/>
            </a:lvl1pPr>
          </a:lstStyle>
          <a:p>
            <a:r>
              <a:rPr lang="en-US" dirty="0"/>
              <a:t>{{ </a:t>
            </a:r>
            <a:r>
              <a:rPr lang="en-US" dirty="0" err="1"/>
              <a:t>dynamic_icon_placeholder</a:t>
            </a:r>
            <a:r>
              <a:rPr lang="en-US" dirty="0"/>
              <a:t> }} Column 3</a:t>
            </a:r>
          </a:p>
        </p:txBody>
      </p:sp>
      <p:sp>
        <p:nvSpPr>
          <p:cNvPr id="14" name="Column 3 Text">
            <a:extLst>
              <a:ext uri="{FF2B5EF4-FFF2-40B4-BE49-F238E27FC236}">
                <a16:creationId xmlns:a16="http://schemas.microsoft.com/office/drawing/2014/main" id="{7B26ACA7-05E9-295B-CF90-FCF25C82FD3F}"/>
              </a:ext>
            </a:extLst>
          </p:cNvPr>
          <p:cNvSpPr>
            <a:spLocks noGrp="1"/>
          </p:cNvSpPr>
          <p:nvPr>
            <p:ph type="body" sz="quarter" idx="25" hasCustomPrompt="1"/>
          </p:nvPr>
        </p:nvSpPr>
        <p:spPr>
          <a:xfrm>
            <a:off x="8363587" y="3486440"/>
            <a:ext cx="3291840" cy="1659885"/>
          </a:xfrm>
        </p:spPr>
        <p:txBody>
          <a:bodyPr>
            <a:noAutofit/>
          </a:bodyPr>
          <a:lstStyle>
            <a:lvl1pPr marL="0" marR="0" indent="0" algn="l" defTabSz="914400" rtl="0" eaLnBrk="1" fontAlgn="auto" latinLnBrk="0" hangingPunct="1">
              <a:lnSpc>
                <a:spcPts val="1800"/>
              </a:lnSpc>
              <a:spcBef>
                <a:spcPts val="1000"/>
              </a:spcBef>
              <a:spcAft>
                <a:spcPts val="0"/>
              </a:spcAft>
              <a:buClrTx/>
              <a:buSzTx/>
              <a:buFont typeface="Arial" panose="020B0604020202020204" pitchFamily="34" charset="0"/>
              <a:buNone/>
              <a:tabLst/>
              <a:defRPr sz="1200" b="0" i="0">
                <a:latin typeface="Open Sans SemiBold" pitchFamily="2" charset="0"/>
                <a:ea typeface="Open Sans SemiBold" pitchFamily="2" charset="0"/>
                <a:cs typeface="Open Sans SemiBold" pitchFamily="2"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Column 3 Text</a:t>
            </a:r>
          </a:p>
        </p:txBody>
      </p:sp>
      <p:sp>
        <p:nvSpPr>
          <p:cNvPr id="13" name="Column 3 Title">
            <a:extLst>
              <a:ext uri="{FF2B5EF4-FFF2-40B4-BE49-F238E27FC236}">
                <a16:creationId xmlns:a16="http://schemas.microsoft.com/office/drawing/2014/main" id="{EC37F21B-7F3A-FC0A-D53D-0CC2BBB617A8}"/>
              </a:ext>
            </a:extLst>
          </p:cNvPr>
          <p:cNvSpPr>
            <a:spLocks noGrp="1"/>
          </p:cNvSpPr>
          <p:nvPr>
            <p:ph type="body" sz="quarter" idx="26" hasCustomPrompt="1"/>
          </p:nvPr>
        </p:nvSpPr>
        <p:spPr>
          <a:xfrm>
            <a:off x="8363588" y="2947286"/>
            <a:ext cx="3291840" cy="568972"/>
          </a:xfr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b="1" i="0">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Column 3 Title</a:t>
            </a:r>
          </a:p>
        </p:txBody>
      </p:sp>
      <p:sp>
        <p:nvSpPr>
          <p:cNvPr id="12" name="Column 2 icon">
            <a:extLst>
              <a:ext uri="{FF2B5EF4-FFF2-40B4-BE49-F238E27FC236}">
                <a16:creationId xmlns:a16="http://schemas.microsoft.com/office/drawing/2014/main" id="{3DB6268A-1288-2C13-C927-558D3EA420E2}"/>
              </a:ext>
            </a:extLst>
          </p:cNvPr>
          <p:cNvSpPr>
            <a:spLocks noGrp="1"/>
          </p:cNvSpPr>
          <p:nvPr>
            <p:ph type="pic" sz="quarter" idx="28" hasCustomPrompt="1"/>
          </p:nvPr>
        </p:nvSpPr>
        <p:spPr>
          <a:xfrm>
            <a:off x="4502627" y="1969396"/>
            <a:ext cx="836195" cy="836195"/>
          </a:xfrm>
          <a:prstGeom prst="rect">
            <a:avLst/>
          </a:prstGeom>
        </p:spPr>
        <p:txBody>
          <a:bodyPr/>
          <a:lstStyle>
            <a:lvl1pPr marL="0" indent="0">
              <a:buNone/>
              <a:defRPr sz="800"/>
            </a:lvl1pPr>
          </a:lstStyle>
          <a:p>
            <a:r>
              <a:rPr lang="en-US" dirty="0"/>
              <a:t>{{ </a:t>
            </a:r>
            <a:r>
              <a:rPr lang="en-US" dirty="0" err="1"/>
              <a:t>dynamic_icon_placeholder</a:t>
            </a:r>
            <a:r>
              <a:rPr lang="en-US" dirty="0"/>
              <a:t> }} Column 2</a:t>
            </a:r>
          </a:p>
        </p:txBody>
      </p:sp>
      <p:sp>
        <p:nvSpPr>
          <p:cNvPr id="11" name="Column 2 Text">
            <a:extLst>
              <a:ext uri="{FF2B5EF4-FFF2-40B4-BE49-F238E27FC236}">
                <a16:creationId xmlns:a16="http://schemas.microsoft.com/office/drawing/2014/main" id="{5A8F83DF-5311-F48F-0589-63D082A2A5E5}"/>
              </a:ext>
            </a:extLst>
          </p:cNvPr>
          <p:cNvSpPr>
            <a:spLocks noGrp="1"/>
          </p:cNvSpPr>
          <p:nvPr>
            <p:ph type="body" sz="quarter" idx="23" hasCustomPrompt="1"/>
          </p:nvPr>
        </p:nvSpPr>
        <p:spPr>
          <a:xfrm>
            <a:off x="4450078" y="3486440"/>
            <a:ext cx="3291840" cy="1659885"/>
          </a:xfrm>
        </p:spPr>
        <p:txBody>
          <a:bodyPr>
            <a:noAutofit/>
          </a:bodyPr>
          <a:lstStyle>
            <a:lvl1pPr marL="0" marR="0" indent="0" algn="l" defTabSz="914400" rtl="0" eaLnBrk="1" fontAlgn="auto" latinLnBrk="0" hangingPunct="1">
              <a:lnSpc>
                <a:spcPts val="1800"/>
              </a:lnSpc>
              <a:spcBef>
                <a:spcPts val="1000"/>
              </a:spcBef>
              <a:spcAft>
                <a:spcPts val="0"/>
              </a:spcAft>
              <a:buClrTx/>
              <a:buSzTx/>
              <a:buFont typeface="Arial" panose="020B0604020202020204" pitchFamily="34" charset="0"/>
              <a:buNone/>
              <a:tabLst/>
              <a:defRPr sz="1200" b="0" i="0">
                <a:latin typeface="Open Sans SemiBold" pitchFamily="2" charset="0"/>
                <a:ea typeface="Open Sans SemiBold" pitchFamily="2" charset="0"/>
                <a:cs typeface="Open Sans SemiBold" pitchFamily="2"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Column 2 Text</a:t>
            </a:r>
          </a:p>
        </p:txBody>
      </p:sp>
      <p:sp>
        <p:nvSpPr>
          <p:cNvPr id="10" name="Column 2 Title">
            <a:extLst>
              <a:ext uri="{FF2B5EF4-FFF2-40B4-BE49-F238E27FC236}">
                <a16:creationId xmlns:a16="http://schemas.microsoft.com/office/drawing/2014/main" id="{92015F4F-C3E5-F473-B6DB-5E4398B37B7C}"/>
              </a:ext>
            </a:extLst>
          </p:cNvPr>
          <p:cNvSpPr>
            <a:spLocks noGrp="1"/>
          </p:cNvSpPr>
          <p:nvPr>
            <p:ph type="body" sz="quarter" idx="24" hasCustomPrompt="1"/>
          </p:nvPr>
        </p:nvSpPr>
        <p:spPr>
          <a:xfrm>
            <a:off x="4450079" y="2947286"/>
            <a:ext cx="3291840" cy="568972"/>
          </a:xfr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b="1" i="0">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Column 2 Title</a:t>
            </a:r>
          </a:p>
        </p:txBody>
      </p:sp>
      <p:sp>
        <p:nvSpPr>
          <p:cNvPr id="9" name="Column 1 icon">
            <a:extLst>
              <a:ext uri="{FF2B5EF4-FFF2-40B4-BE49-F238E27FC236}">
                <a16:creationId xmlns:a16="http://schemas.microsoft.com/office/drawing/2014/main" id="{C4BEE6C1-6538-C01D-EFC0-0D8A48DC98DC}"/>
              </a:ext>
            </a:extLst>
          </p:cNvPr>
          <p:cNvSpPr>
            <a:spLocks noGrp="1"/>
          </p:cNvSpPr>
          <p:nvPr>
            <p:ph type="pic" sz="quarter" idx="20" hasCustomPrompt="1"/>
          </p:nvPr>
        </p:nvSpPr>
        <p:spPr>
          <a:xfrm>
            <a:off x="589119" y="1971162"/>
            <a:ext cx="836195" cy="836195"/>
          </a:xfrm>
          <a:prstGeom prst="rect">
            <a:avLst/>
          </a:prstGeom>
        </p:spPr>
        <p:txBody>
          <a:bodyPr/>
          <a:lstStyle>
            <a:lvl1pPr marL="0" indent="0">
              <a:buNone/>
              <a:defRPr sz="800"/>
            </a:lvl1pPr>
          </a:lstStyle>
          <a:p>
            <a:r>
              <a:rPr lang="en-US" dirty="0"/>
              <a:t>{{ </a:t>
            </a:r>
            <a:r>
              <a:rPr lang="en-US" dirty="0" err="1"/>
              <a:t>dynamic_icon_placeholder</a:t>
            </a:r>
            <a:r>
              <a:rPr lang="en-US" dirty="0"/>
              <a:t> }} Column 1</a:t>
            </a:r>
          </a:p>
        </p:txBody>
      </p:sp>
      <p:sp>
        <p:nvSpPr>
          <p:cNvPr id="8" name="Column 1 Text">
            <a:extLst>
              <a:ext uri="{FF2B5EF4-FFF2-40B4-BE49-F238E27FC236}">
                <a16:creationId xmlns:a16="http://schemas.microsoft.com/office/drawing/2014/main" id="{413A467A-99EC-6CC7-EECD-C505ECD0267E}"/>
              </a:ext>
            </a:extLst>
          </p:cNvPr>
          <p:cNvSpPr>
            <a:spLocks noGrp="1"/>
          </p:cNvSpPr>
          <p:nvPr>
            <p:ph type="body" sz="quarter" idx="21" hasCustomPrompt="1"/>
          </p:nvPr>
        </p:nvSpPr>
        <p:spPr>
          <a:xfrm>
            <a:off x="536570" y="3488205"/>
            <a:ext cx="3291840" cy="1659885"/>
          </a:xfrm>
        </p:spPr>
        <p:txBody>
          <a:bodyPr>
            <a:noAutofit/>
          </a:bodyPr>
          <a:lstStyle>
            <a:lvl1pPr marL="0" indent="0">
              <a:lnSpc>
                <a:spcPts val="1800"/>
              </a:lnSpc>
              <a:buNone/>
              <a:defRPr sz="1200" b="0" i="0">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Column 1 Text</a:t>
            </a:r>
          </a:p>
        </p:txBody>
      </p:sp>
      <p:sp>
        <p:nvSpPr>
          <p:cNvPr id="7" name="Column 1 Title">
            <a:extLst>
              <a:ext uri="{FF2B5EF4-FFF2-40B4-BE49-F238E27FC236}">
                <a16:creationId xmlns:a16="http://schemas.microsoft.com/office/drawing/2014/main" id="{E497CA03-03B6-239D-0860-E934FE0D8F00}"/>
              </a:ext>
            </a:extLst>
          </p:cNvPr>
          <p:cNvSpPr>
            <a:spLocks noGrp="1"/>
          </p:cNvSpPr>
          <p:nvPr>
            <p:ph type="body" sz="quarter" idx="22" hasCustomPrompt="1"/>
          </p:nvPr>
        </p:nvSpPr>
        <p:spPr>
          <a:xfrm>
            <a:off x="536571" y="2949051"/>
            <a:ext cx="3291840" cy="568972"/>
          </a:xfr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b="1" i="0">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Column 1 Title</a:t>
            </a:r>
          </a:p>
        </p:txBody>
      </p:sp>
      <p:sp>
        <p:nvSpPr>
          <p:cNvPr id="6" name="Slide Subtitle">
            <a:extLst>
              <a:ext uri="{FF2B5EF4-FFF2-40B4-BE49-F238E27FC236}">
                <a16:creationId xmlns:a16="http://schemas.microsoft.com/office/drawing/2014/main" id="{534382B7-A467-2F1F-2888-2554DCCAE577}"/>
              </a:ext>
            </a:extLst>
          </p:cNvPr>
          <p:cNvSpPr>
            <a:spLocks noGrp="1"/>
          </p:cNvSpPr>
          <p:nvPr>
            <p:ph type="body" sz="quarter" idx="30" hasCustomPrompt="1"/>
          </p:nvPr>
        </p:nvSpPr>
        <p:spPr>
          <a:xfrm>
            <a:off x="457200" y="685800"/>
            <a:ext cx="11274552" cy="758952"/>
          </a:xfrm>
        </p:spPr>
        <p:txBody>
          <a:bodyPr>
            <a:normAutofit/>
          </a:bodyPr>
          <a:lstStyle>
            <a:lvl1pPr marL="0" indent="0">
              <a:lnSpc>
                <a:spcPct val="100000"/>
              </a:lnSpc>
              <a:buNone/>
              <a:defRPr sz="1600" b="0" i="0">
                <a:solidFill>
                  <a:srgbClr val="53565A"/>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Slide Subtitle</a:t>
            </a:r>
          </a:p>
        </p:txBody>
      </p:sp>
      <p:sp>
        <p:nvSpPr>
          <p:cNvPr id="5" name="Slide Title">
            <a:extLst>
              <a:ext uri="{FF2B5EF4-FFF2-40B4-BE49-F238E27FC236}">
                <a16:creationId xmlns:a16="http://schemas.microsoft.com/office/drawing/2014/main" id="{2856923A-7D0B-0490-6EF1-B49E68A3EB29}"/>
              </a:ext>
            </a:extLst>
          </p:cNvPr>
          <p:cNvSpPr>
            <a:spLocks noGrp="1"/>
          </p:cNvSpPr>
          <p:nvPr>
            <p:ph type="body" sz="quarter" idx="10" hasCustomPrompt="1"/>
          </p:nvPr>
        </p:nvSpPr>
        <p:spPr>
          <a:xfrm>
            <a:off x="457200" y="347472"/>
            <a:ext cx="11274552" cy="338328"/>
          </a:xfrm>
        </p:spPr>
        <p:txBody>
          <a:bodyPr anchor="ctr">
            <a:normAutofit/>
          </a:bodyPr>
          <a:lstStyle>
            <a:lvl1pPr marL="0" indent="0">
              <a:lnSpc>
                <a:spcPct val="100000"/>
              </a:lnSpc>
              <a:buNone/>
              <a:defRPr sz="21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Slide Title</a:t>
            </a:r>
          </a:p>
        </p:txBody>
      </p:sp>
    </p:spTree>
    <p:extLst>
      <p:ext uri="{BB962C8B-B14F-4D97-AF65-F5344CB8AC3E}">
        <p14:creationId xmlns:p14="http://schemas.microsoft.com/office/powerpoint/2010/main" val="28753919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ur_columns_slide">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A5364008-15B1-D48B-9A7E-D2A52AD3452A}"/>
              </a:ext>
            </a:extLst>
          </p:cNvPr>
          <p:cNvSpPr/>
          <p:nvPr userDrawn="1"/>
        </p:nvSpPr>
        <p:spPr bwMode="gray">
          <a:xfrm>
            <a:off x="-1524" y="5775482"/>
            <a:ext cx="12192000" cy="1082517"/>
          </a:xfrm>
          <a:prstGeom prst="rect">
            <a:avLst/>
          </a:prstGeom>
          <a:gradFill>
            <a:gsLst>
              <a:gs pos="0">
                <a:srgbClr val="87E320"/>
              </a:gs>
              <a:gs pos="100000">
                <a:srgbClr val="63C631"/>
              </a:gs>
            </a:gsLst>
            <a:lin ang="0" scaled="0"/>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1" name="shape">
            <a:extLst>
              <a:ext uri="{FF2B5EF4-FFF2-40B4-BE49-F238E27FC236}">
                <a16:creationId xmlns:a16="http://schemas.microsoft.com/office/drawing/2014/main" id="{984485FF-0756-7B39-57DC-4D1A7DC0A280}"/>
              </a:ext>
            </a:extLst>
          </p:cNvPr>
          <p:cNvSpPr/>
          <p:nvPr userDrawn="1"/>
        </p:nvSpPr>
        <p:spPr>
          <a:xfrm>
            <a:off x="5671732" y="5502830"/>
            <a:ext cx="848536" cy="286335"/>
          </a:xfrm>
          <a:prstGeom prst="triangle">
            <a:avLst/>
          </a:prstGeom>
          <a:solidFill>
            <a:srgbClr val="7DDB2C"/>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8" name="shape">
            <a:extLst>
              <a:ext uri="{FF2B5EF4-FFF2-40B4-BE49-F238E27FC236}">
                <a16:creationId xmlns:a16="http://schemas.microsoft.com/office/drawing/2014/main" id="{38CB7EBB-8AE1-57E8-3AA2-E12905C4839A}"/>
              </a:ext>
            </a:extLst>
          </p:cNvPr>
          <p:cNvCxnSpPr>
            <a:cxnSpLocks/>
          </p:cNvCxnSpPr>
          <p:nvPr userDrawn="1"/>
        </p:nvCxnSpPr>
        <p:spPr>
          <a:xfrm>
            <a:off x="615638" y="3391758"/>
            <a:ext cx="2290524" cy="0"/>
          </a:xfrm>
          <a:prstGeom prst="line">
            <a:avLst/>
          </a:prstGeom>
          <a:ln w="57150">
            <a:solidFill>
              <a:srgbClr val="74AC50"/>
            </a:solidFill>
          </a:ln>
        </p:spPr>
        <p:style>
          <a:lnRef idx="1">
            <a:schemeClr val="accent1"/>
          </a:lnRef>
          <a:fillRef idx="0">
            <a:schemeClr val="accent1"/>
          </a:fillRef>
          <a:effectRef idx="0">
            <a:schemeClr val="accent1"/>
          </a:effectRef>
          <a:fontRef idx="minor">
            <a:schemeClr val="tx1"/>
          </a:fontRef>
        </p:style>
      </p:cxnSp>
      <p:sp>
        <p:nvSpPr>
          <p:cNvPr id="25" name="Summary Statement">
            <a:extLst>
              <a:ext uri="{FF2B5EF4-FFF2-40B4-BE49-F238E27FC236}">
                <a16:creationId xmlns:a16="http://schemas.microsoft.com/office/drawing/2014/main" id="{10740546-D3FB-8709-B1A9-369F95988358}"/>
              </a:ext>
            </a:extLst>
          </p:cNvPr>
          <p:cNvSpPr>
            <a:spLocks noGrp="1"/>
          </p:cNvSpPr>
          <p:nvPr>
            <p:ph type="body" sz="quarter" idx="27" hasCustomPrompt="1"/>
          </p:nvPr>
        </p:nvSpPr>
        <p:spPr>
          <a:xfrm>
            <a:off x="536570" y="5926083"/>
            <a:ext cx="11118858" cy="745500"/>
          </a:xfrm>
        </p:spPr>
        <p:txBody>
          <a:bodyPr anchor="ctr">
            <a:normAutofit/>
          </a:bodyPr>
          <a:lstStyle>
            <a:lvl1pPr marL="0" indent="0" algn="ctr">
              <a:lnSpc>
                <a:spcPts val="2500"/>
              </a:lnSpc>
              <a:buNone/>
              <a:defRPr sz="1500" b="0" i="1">
                <a:latin typeface="Open Sans ExtraBold" pitchFamily="2" charset="0"/>
                <a:ea typeface="Open Sans ExtraBold" pitchFamily="2" charset="0"/>
                <a:cs typeface="Open Sans ExtraBold" pitchFamily="2" charset="0"/>
              </a:defRPr>
            </a:lvl1pPr>
            <a:lvl5pPr marL="1828800" indent="0">
              <a:buNone/>
              <a:defRPr/>
            </a:lvl5pPr>
          </a:lstStyle>
          <a:p>
            <a:pPr lvl="0"/>
            <a:r>
              <a:rPr lang="en-US" dirty="0"/>
              <a:t>Summary Statement</a:t>
            </a:r>
          </a:p>
        </p:txBody>
      </p:sp>
      <p:cxnSp>
        <p:nvCxnSpPr>
          <p:cNvPr id="12" name="shape">
            <a:extLst>
              <a:ext uri="{FF2B5EF4-FFF2-40B4-BE49-F238E27FC236}">
                <a16:creationId xmlns:a16="http://schemas.microsoft.com/office/drawing/2014/main" id="{0969F836-887B-5CBC-E768-B345927F6F9D}"/>
              </a:ext>
            </a:extLst>
          </p:cNvPr>
          <p:cNvCxnSpPr>
            <a:cxnSpLocks/>
          </p:cNvCxnSpPr>
          <p:nvPr userDrawn="1"/>
        </p:nvCxnSpPr>
        <p:spPr>
          <a:xfrm>
            <a:off x="3498964" y="3391758"/>
            <a:ext cx="2290524" cy="0"/>
          </a:xfrm>
          <a:prstGeom prst="line">
            <a:avLst/>
          </a:prstGeom>
          <a:ln w="57150">
            <a:solidFill>
              <a:srgbClr val="74AC50"/>
            </a:solidFill>
          </a:ln>
        </p:spPr>
        <p:style>
          <a:lnRef idx="1">
            <a:schemeClr val="accent1"/>
          </a:lnRef>
          <a:fillRef idx="0">
            <a:schemeClr val="accent1"/>
          </a:fillRef>
          <a:effectRef idx="0">
            <a:schemeClr val="accent1"/>
          </a:effectRef>
          <a:fontRef idx="minor">
            <a:schemeClr val="tx1"/>
          </a:fontRef>
        </p:style>
      </p:cxnSp>
      <p:cxnSp>
        <p:nvCxnSpPr>
          <p:cNvPr id="16" name="shape">
            <a:extLst>
              <a:ext uri="{FF2B5EF4-FFF2-40B4-BE49-F238E27FC236}">
                <a16:creationId xmlns:a16="http://schemas.microsoft.com/office/drawing/2014/main" id="{2EE1E89A-5D8F-4DEF-616A-F9F39512D8CB}"/>
              </a:ext>
            </a:extLst>
          </p:cNvPr>
          <p:cNvCxnSpPr>
            <a:cxnSpLocks/>
          </p:cNvCxnSpPr>
          <p:nvPr userDrawn="1"/>
        </p:nvCxnSpPr>
        <p:spPr>
          <a:xfrm>
            <a:off x="6408161" y="3391758"/>
            <a:ext cx="2290524" cy="0"/>
          </a:xfrm>
          <a:prstGeom prst="line">
            <a:avLst/>
          </a:prstGeom>
          <a:ln w="57150">
            <a:solidFill>
              <a:srgbClr val="74AC50"/>
            </a:solidFill>
          </a:ln>
        </p:spPr>
        <p:style>
          <a:lnRef idx="1">
            <a:schemeClr val="accent1"/>
          </a:lnRef>
          <a:fillRef idx="0">
            <a:schemeClr val="accent1"/>
          </a:fillRef>
          <a:effectRef idx="0">
            <a:schemeClr val="accent1"/>
          </a:effectRef>
          <a:fontRef idx="minor">
            <a:schemeClr val="tx1"/>
          </a:fontRef>
        </p:style>
      </p:cxnSp>
      <p:cxnSp>
        <p:nvCxnSpPr>
          <p:cNvPr id="20" name="shape">
            <a:extLst>
              <a:ext uri="{FF2B5EF4-FFF2-40B4-BE49-F238E27FC236}">
                <a16:creationId xmlns:a16="http://schemas.microsoft.com/office/drawing/2014/main" id="{74D57EEC-221E-489E-0732-70DFF41AC0FE}"/>
              </a:ext>
            </a:extLst>
          </p:cNvPr>
          <p:cNvCxnSpPr>
            <a:cxnSpLocks/>
          </p:cNvCxnSpPr>
          <p:nvPr userDrawn="1"/>
        </p:nvCxnSpPr>
        <p:spPr>
          <a:xfrm>
            <a:off x="9287163" y="3391758"/>
            <a:ext cx="2290524" cy="0"/>
          </a:xfrm>
          <a:prstGeom prst="line">
            <a:avLst/>
          </a:prstGeom>
          <a:ln w="57150">
            <a:solidFill>
              <a:srgbClr val="74AC50"/>
            </a:solidFill>
          </a:ln>
        </p:spPr>
        <p:style>
          <a:lnRef idx="1">
            <a:schemeClr val="accent1"/>
          </a:lnRef>
          <a:fillRef idx="0">
            <a:schemeClr val="accent1"/>
          </a:fillRef>
          <a:effectRef idx="0">
            <a:schemeClr val="accent1"/>
          </a:effectRef>
          <a:fontRef idx="minor">
            <a:schemeClr val="tx1"/>
          </a:fontRef>
        </p:style>
      </p:cxnSp>
      <p:sp>
        <p:nvSpPr>
          <p:cNvPr id="22" name="Column 4 icon">
            <a:extLst>
              <a:ext uri="{FF2B5EF4-FFF2-40B4-BE49-F238E27FC236}">
                <a16:creationId xmlns:a16="http://schemas.microsoft.com/office/drawing/2014/main" id="{DE208288-8D53-A84A-6725-711E66EA5896}"/>
              </a:ext>
            </a:extLst>
          </p:cNvPr>
          <p:cNvSpPr>
            <a:spLocks noGrp="1"/>
          </p:cNvSpPr>
          <p:nvPr>
            <p:ph type="pic" sz="quarter" idx="33" hasCustomPrompt="1"/>
          </p:nvPr>
        </p:nvSpPr>
        <p:spPr>
          <a:xfrm>
            <a:off x="9296951" y="1954600"/>
            <a:ext cx="764411" cy="764411"/>
          </a:xfrm>
          <a:prstGeom prst="rect">
            <a:avLst/>
          </a:prstGeom>
        </p:spPr>
        <p:txBody>
          <a:bodyPr/>
          <a:lstStyle>
            <a:lvl1pPr marL="0" indent="0">
              <a:buNone/>
              <a:defRPr sz="800"/>
            </a:lvl1pPr>
          </a:lstStyle>
          <a:p>
            <a:r>
              <a:rPr lang="en-US" dirty="0"/>
              <a:t>{{ </a:t>
            </a:r>
            <a:r>
              <a:rPr lang="en-US" dirty="0" err="1"/>
              <a:t>dynamic_icon_placeholder</a:t>
            </a:r>
            <a:r>
              <a:rPr lang="en-US" dirty="0"/>
              <a:t> }} Column 4</a:t>
            </a:r>
          </a:p>
        </p:txBody>
      </p:sp>
      <p:sp>
        <p:nvSpPr>
          <p:cNvPr id="21" name="Column 4 Text">
            <a:extLst>
              <a:ext uri="{FF2B5EF4-FFF2-40B4-BE49-F238E27FC236}">
                <a16:creationId xmlns:a16="http://schemas.microsoft.com/office/drawing/2014/main" id="{568E6D12-C9D5-84E3-7740-91A69451A98D}"/>
              </a:ext>
            </a:extLst>
          </p:cNvPr>
          <p:cNvSpPr>
            <a:spLocks noGrp="1"/>
          </p:cNvSpPr>
          <p:nvPr>
            <p:ph type="body" sz="quarter" idx="25" hasCustomPrompt="1"/>
          </p:nvPr>
        </p:nvSpPr>
        <p:spPr>
          <a:xfrm>
            <a:off x="9186549" y="3575014"/>
            <a:ext cx="2468880" cy="1618243"/>
          </a:xfrm>
        </p:spPr>
        <p:txBody>
          <a:bodyPr>
            <a:normAutofit/>
          </a:bodyPr>
          <a:lstStyle>
            <a:lvl1pPr marL="0" marR="0" indent="0" algn="l" defTabSz="914400" rtl="0" eaLnBrk="1" fontAlgn="auto" latinLnBrk="0" hangingPunct="1">
              <a:lnSpc>
                <a:spcPts val="1800"/>
              </a:lnSpc>
              <a:spcBef>
                <a:spcPts val="1000"/>
              </a:spcBef>
              <a:spcAft>
                <a:spcPts val="0"/>
              </a:spcAft>
              <a:buClrTx/>
              <a:buSzTx/>
              <a:buFont typeface="Arial" panose="020B0604020202020204" pitchFamily="34" charset="0"/>
              <a:buNone/>
              <a:tabLst/>
              <a:defRPr sz="12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Column 4 Text</a:t>
            </a:r>
          </a:p>
        </p:txBody>
      </p:sp>
      <p:sp>
        <p:nvSpPr>
          <p:cNvPr id="19" name="Column 4 Title">
            <a:extLst>
              <a:ext uri="{FF2B5EF4-FFF2-40B4-BE49-F238E27FC236}">
                <a16:creationId xmlns:a16="http://schemas.microsoft.com/office/drawing/2014/main" id="{6DFCCDF3-43BF-BB02-67A8-6CEF5C352F6D}"/>
              </a:ext>
            </a:extLst>
          </p:cNvPr>
          <p:cNvSpPr>
            <a:spLocks noGrp="1"/>
          </p:cNvSpPr>
          <p:nvPr>
            <p:ph type="body" sz="quarter" idx="26" hasCustomPrompt="1"/>
          </p:nvPr>
        </p:nvSpPr>
        <p:spPr>
          <a:xfrm>
            <a:off x="9186549" y="2860706"/>
            <a:ext cx="2468880" cy="347472"/>
          </a:xfr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1" i="0">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Column 4 Title</a:t>
            </a:r>
          </a:p>
        </p:txBody>
      </p:sp>
      <p:sp>
        <p:nvSpPr>
          <p:cNvPr id="18" name="Column 3 icon">
            <a:extLst>
              <a:ext uri="{FF2B5EF4-FFF2-40B4-BE49-F238E27FC236}">
                <a16:creationId xmlns:a16="http://schemas.microsoft.com/office/drawing/2014/main" id="{409948DB-0B92-D831-4CC7-820750BCC786}"/>
              </a:ext>
            </a:extLst>
          </p:cNvPr>
          <p:cNvSpPr>
            <a:spLocks noGrp="1"/>
          </p:cNvSpPr>
          <p:nvPr>
            <p:ph type="pic" sz="quarter" idx="31" hasCustomPrompt="1"/>
          </p:nvPr>
        </p:nvSpPr>
        <p:spPr>
          <a:xfrm>
            <a:off x="6378640" y="1954928"/>
            <a:ext cx="764411" cy="764411"/>
          </a:xfrm>
          <a:prstGeom prst="rect">
            <a:avLst/>
          </a:prstGeom>
        </p:spPr>
        <p:txBody>
          <a:bodyPr/>
          <a:lstStyle>
            <a:lvl1pPr marL="0" indent="0">
              <a:buNone/>
              <a:defRPr sz="800"/>
            </a:lvl1pPr>
          </a:lstStyle>
          <a:p>
            <a:r>
              <a:rPr lang="en-US" dirty="0"/>
              <a:t>{{ </a:t>
            </a:r>
            <a:r>
              <a:rPr lang="en-US" dirty="0" err="1"/>
              <a:t>dynamic_icon_placeholder</a:t>
            </a:r>
            <a:r>
              <a:rPr lang="en-US" dirty="0"/>
              <a:t> }} Column 3</a:t>
            </a:r>
          </a:p>
        </p:txBody>
      </p:sp>
      <p:sp>
        <p:nvSpPr>
          <p:cNvPr id="17" name="Column 3 Text">
            <a:extLst>
              <a:ext uri="{FF2B5EF4-FFF2-40B4-BE49-F238E27FC236}">
                <a16:creationId xmlns:a16="http://schemas.microsoft.com/office/drawing/2014/main" id="{0EE506DB-30E1-A02F-E95D-C876E8D49EAB}"/>
              </a:ext>
            </a:extLst>
          </p:cNvPr>
          <p:cNvSpPr>
            <a:spLocks noGrp="1"/>
          </p:cNvSpPr>
          <p:nvPr>
            <p:ph type="body" sz="quarter" idx="28" hasCustomPrompt="1"/>
          </p:nvPr>
        </p:nvSpPr>
        <p:spPr>
          <a:xfrm>
            <a:off x="6303223" y="3575014"/>
            <a:ext cx="2468880" cy="1618243"/>
          </a:xfrm>
        </p:spPr>
        <p:txBody>
          <a:bodyPr>
            <a:normAutofit/>
          </a:bodyPr>
          <a:lstStyle>
            <a:lvl1pPr marL="0" marR="0" indent="0" algn="l" defTabSz="914400" rtl="0" eaLnBrk="1" fontAlgn="auto" latinLnBrk="0" hangingPunct="1">
              <a:lnSpc>
                <a:spcPts val="1800"/>
              </a:lnSpc>
              <a:spcBef>
                <a:spcPts val="1000"/>
              </a:spcBef>
              <a:spcAft>
                <a:spcPts val="0"/>
              </a:spcAft>
              <a:buClrTx/>
              <a:buSzTx/>
              <a:buFont typeface="Arial" panose="020B0604020202020204" pitchFamily="34" charset="0"/>
              <a:buNone/>
              <a:tabLst/>
              <a:defRPr sz="12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Column 3 Text</a:t>
            </a:r>
          </a:p>
        </p:txBody>
      </p:sp>
      <p:sp>
        <p:nvSpPr>
          <p:cNvPr id="15" name="Column 3 Title">
            <a:extLst>
              <a:ext uri="{FF2B5EF4-FFF2-40B4-BE49-F238E27FC236}">
                <a16:creationId xmlns:a16="http://schemas.microsoft.com/office/drawing/2014/main" id="{F134ED02-2AE4-F01E-FB4F-53EB12007CD2}"/>
              </a:ext>
            </a:extLst>
          </p:cNvPr>
          <p:cNvSpPr>
            <a:spLocks noGrp="1"/>
          </p:cNvSpPr>
          <p:nvPr>
            <p:ph type="body" sz="quarter" idx="29" hasCustomPrompt="1"/>
          </p:nvPr>
        </p:nvSpPr>
        <p:spPr>
          <a:xfrm>
            <a:off x="6299571" y="2861034"/>
            <a:ext cx="2468880" cy="347472"/>
          </a:xfr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1" i="0">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Column 3 Title</a:t>
            </a:r>
          </a:p>
        </p:txBody>
      </p:sp>
      <p:sp>
        <p:nvSpPr>
          <p:cNvPr id="14" name="Column 2 icon">
            <a:extLst>
              <a:ext uri="{FF2B5EF4-FFF2-40B4-BE49-F238E27FC236}">
                <a16:creationId xmlns:a16="http://schemas.microsoft.com/office/drawing/2014/main" id="{86317148-E2BD-CEAF-B1D6-C3900FF39BE2}"/>
              </a:ext>
            </a:extLst>
          </p:cNvPr>
          <p:cNvSpPr>
            <a:spLocks noGrp="1"/>
          </p:cNvSpPr>
          <p:nvPr>
            <p:ph type="pic" sz="quarter" idx="30" hasCustomPrompt="1"/>
          </p:nvPr>
        </p:nvSpPr>
        <p:spPr>
          <a:xfrm>
            <a:off x="3498964" y="1954600"/>
            <a:ext cx="764411" cy="764411"/>
          </a:xfrm>
          <a:prstGeom prst="rect">
            <a:avLst/>
          </a:prstGeom>
        </p:spPr>
        <p:txBody>
          <a:bodyPr/>
          <a:lstStyle>
            <a:lvl1pPr marL="0" indent="0">
              <a:buNone/>
              <a:defRPr sz="800"/>
            </a:lvl1pPr>
          </a:lstStyle>
          <a:p>
            <a:r>
              <a:rPr lang="en-US" dirty="0"/>
              <a:t>{{ </a:t>
            </a:r>
            <a:r>
              <a:rPr lang="en-US" dirty="0" err="1"/>
              <a:t>dynamic_icon_placeholder</a:t>
            </a:r>
            <a:r>
              <a:rPr lang="en-US" dirty="0"/>
              <a:t> }} Column 2</a:t>
            </a:r>
          </a:p>
        </p:txBody>
      </p:sp>
      <p:sp>
        <p:nvSpPr>
          <p:cNvPr id="13" name="Column 2 Text">
            <a:extLst>
              <a:ext uri="{FF2B5EF4-FFF2-40B4-BE49-F238E27FC236}">
                <a16:creationId xmlns:a16="http://schemas.microsoft.com/office/drawing/2014/main" id="{B899F0FB-D4C2-4067-5C22-39A277145246}"/>
              </a:ext>
            </a:extLst>
          </p:cNvPr>
          <p:cNvSpPr>
            <a:spLocks noGrp="1"/>
          </p:cNvSpPr>
          <p:nvPr>
            <p:ph type="body" sz="quarter" idx="23" hasCustomPrompt="1"/>
          </p:nvPr>
        </p:nvSpPr>
        <p:spPr>
          <a:xfrm>
            <a:off x="3419897" y="3575014"/>
            <a:ext cx="2468880" cy="1618243"/>
          </a:xfrm>
        </p:spPr>
        <p:txBody>
          <a:bodyPr>
            <a:normAutofit/>
          </a:bodyPr>
          <a:lstStyle>
            <a:lvl1pPr marL="0" marR="0" indent="0" algn="l" defTabSz="914400" rtl="0" eaLnBrk="1" fontAlgn="auto" latinLnBrk="0" hangingPunct="1">
              <a:lnSpc>
                <a:spcPts val="1800"/>
              </a:lnSpc>
              <a:spcBef>
                <a:spcPts val="1000"/>
              </a:spcBef>
              <a:spcAft>
                <a:spcPts val="0"/>
              </a:spcAft>
              <a:buClrTx/>
              <a:buSzTx/>
              <a:buFont typeface="Arial" panose="020B0604020202020204" pitchFamily="34" charset="0"/>
              <a:buNone/>
              <a:tabLst/>
              <a:defRPr sz="12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Column 2 Text</a:t>
            </a:r>
          </a:p>
        </p:txBody>
      </p:sp>
      <p:sp>
        <p:nvSpPr>
          <p:cNvPr id="11" name="Column 2 Title">
            <a:extLst>
              <a:ext uri="{FF2B5EF4-FFF2-40B4-BE49-F238E27FC236}">
                <a16:creationId xmlns:a16="http://schemas.microsoft.com/office/drawing/2014/main" id="{0CBBCF24-7B76-F95C-1ACD-EA228631D059}"/>
              </a:ext>
            </a:extLst>
          </p:cNvPr>
          <p:cNvSpPr>
            <a:spLocks noGrp="1"/>
          </p:cNvSpPr>
          <p:nvPr>
            <p:ph type="body" sz="quarter" idx="24" hasCustomPrompt="1"/>
          </p:nvPr>
        </p:nvSpPr>
        <p:spPr>
          <a:xfrm>
            <a:off x="3419895" y="2860706"/>
            <a:ext cx="2468880" cy="347472"/>
          </a:xfr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1" i="0">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Column 2 Title</a:t>
            </a:r>
          </a:p>
        </p:txBody>
      </p:sp>
      <p:sp>
        <p:nvSpPr>
          <p:cNvPr id="10" name="Column 1 icon">
            <a:extLst>
              <a:ext uri="{FF2B5EF4-FFF2-40B4-BE49-F238E27FC236}">
                <a16:creationId xmlns:a16="http://schemas.microsoft.com/office/drawing/2014/main" id="{8F3F78E8-46DE-5A9B-01B8-D130B1F4F418}"/>
              </a:ext>
            </a:extLst>
          </p:cNvPr>
          <p:cNvSpPr>
            <a:spLocks noGrp="1"/>
          </p:cNvSpPr>
          <p:nvPr>
            <p:ph type="pic" sz="quarter" idx="20" hasCustomPrompt="1"/>
          </p:nvPr>
        </p:nvSpPr>
        <p:spPr>
          <a:xfrm>
            <a:off x="615638" y="1954600"/>
            <a:ext cx="764411" cy="764411"/>
          </a:xfrm>
          <a:prstGeom prst="rect">
            <a:avLst/>
          </a:prstGeom>
        </p:spPr>
        <p:txBody>
          <a:bodyPr/>
          <a:lstStyle>
            <a:lvl1pPr marL="0" indent="0">
              <a:buNone/>
              <a:defRPr sz="800"/>
            </a:lvl1pPr>
          </a:lstStyle>
          <a:p>
            <a:r>
              <a:rPr lang="en-US" dirty="0"/>
              <a:t>{{ </a:t>
            </a:r>
            <a:r>
              <a:rPr lang="en-US" dirty="0" err="1"/>
              <a:t>dynamic_icon_placeholder</a:t>
            </a:r>
            <a:r>
              <a:rPr lang="en-US" dirty="0"/>
              <a:t> }} Column 1</a:t>
            </a:r>
          </a:p>
          <a:p>
            <a:endParaRPr lang="en-US" dirty="0"/>
          </a:p>
        </p:txBody>
      </p:sp>
      <p:sp>
        <p:nvSpPr>
          <p:cNvPr id="9" name="Column 1 Text">
            <a:extLst>
              <a:ext uri="{FF2B5EF4-FFF2-40B4-BE49-F238E27FC236}">
                <a16:creationId xmlns:a16="http://schemas.microsoft.com/office/drawing/2014/main" id="{E40F31F9-071F-8184-FB1F-8EFFA7EBFA7C}"/>
              </a:ext>
            </a:extLst>
          </p:cNvPr>
          <p:cNvSpPr>
            <a:spLocks noGrp="1"/>
          </p:cNvSpPr>
          <p:nvPr>
            <p:ph type="body" sz="quarter" idx="21" hasCustomPrompt="1"/>
          </p:nvPr>
        </p:nvSpPr>
        <p:spPr>
          <a:xfrm>
            <a:off x="536571" y="3575014"/>
            <a:ext cx="2468880" cy="1618243"/>
          </a:xfrm>
        </p:spPr>
        <p:txBody>
          <a:bodyPr>
            <a:normAutofit/>
          </a:bodyPr>
          <a:lstStyle>
            <a:lvl1pPr marL="0" indent="0">
              <a:lnSpc>
                <a:spcPts val="1800"/>
              </a:lnSpc>
              <a:buNone/>
              <a:defRPr sz="12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a:t>Column 1 Text</a:t>
            </a:r>
          </a:p>
        </p:txBody>
      </p:sp>
      <p:sp>
        <p:nvSpPr>
          <p:cNvPr id="7" name="Column 1 Title">
            <a:extLst>
              <a:ext uri="{FF2B5EF4-FFF2-40B4-BE49-F238E27FC236}">
                <a16:creationId xmlns:a16="http://schemas.microsoft.com/office/drawing/2014/main" id="{48D71434-B506-F252-7160-4EE1277B5896}"/>
              </a:ext>
            </a:extLst>
          </p:cNvPr>
          <p:cNvSpPr>
            <a:spLocks noGrp="1"/>
          </p:cNvSpPr>
          <p:nvPr>
            <p:ph type="body" sz="quarter" idx="22" hasCustomPrompt="1"/>
          </p:nvPr>
        </p:nvSpPr>
        <p:spPr>
          <a:xfrm>
            <a:off x="536571" y="2860706"/>
            <a:ext cx="2468880" cy="347472"/>
          </a:xfrm>
        </p:spPr>
        <p:txBody>
          <a:bodyPr>
            <a:normAutofit/>
          </a:bodyPr>
          <a:lstStyle>
            <a:lvl1pPr marL="0" indent="0">
              <a:lnSpc>
                <a:spcPct val="100000"/>
              </a:lnSpc>
              <a:buNone/>
              <a:defRPr sz="1300" b="1" i="0">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lvl="0"/>
            <a:r>
              <a:rPr lang="en-US"/>
              <a:t>Column 1 Title</a:t>
            </a:r>
          </a:p>
        </p:txBody>
      </p:sp>
      <p:sp>
        <p:nvSpPr>
          <p:cNvPr id="2" name="Slide Subtitle">
            <a:extLst>
              <a:ext uri="{FF2B5EF4-FFF2-40B4-BE49-F238E27FC236}">
                <a16:creationId xmlns:a16="http://schemas.microsoft.com/office/drawing/2014/main" id="{460A4F07-C22A-0104-723C-AF1D19026FE9}"/>
              </a:ext>
            </a:extLst>
          </p:cNvPr>
          <p:cNvSpPr>
            <a:spLocks noGrp="1"/>
          </p:cNvSpPr>
          <p:nvPr>
            <p:ph type="body" sz="quarter" idx="36" hasCustomPrompt="1"/>
          </p:nvPr>
        </p:nvSpPr>
        <p:spPr>
          <a:xfrm>
            <a:off x="457200" y="685800"/>
            <a:ext cx="11274552" cy="758952"/>
          </a:xfrm>
        </p:spPr>
        <p:txBody>
          <a:bodyPr>
            <a:normAutofit/>
          </a:bodyPr>
          <a:lstStyle>
            <a:lvl1pPr marL="0" indent="0">
              <a:lnSpc>
                <a:spcPct val="100000"/>
              </a:lnSpc>
              <a:buNone/>
              <a:defRPr sz="1600" b="0" i="0">
                <a:solidFill>
                  <a:srgbClr val="53565A"/>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Slide Subtitle</a:t>
            </a:r>
          </a:p>
        </p:txBody>
      </p:sp>
      <p:sp>
        <p:nvSpPr>
          <p:cNvPr id="27" name="Slide Title">
            <a:extLst>
              <a:ext uri="{FF2B5EF4-FFF2-40B4-BE49-F238E27FC236}">
                <a16:creationId xmlns:a16="http://schemas.microsoft.com/office/drawing/2014/main" id="{792DA0B7-D379-6B9D-B4BA-A8342F12478C}"/>
              </a:ext>
            </a:extLst>
          </p:cNvPr>
          <p:cNvSpPr>
            <a:spLocks noGrp="1"/>
          </p:cNvSpPr>
          <p:nvPr>
            <p:ph type="body" sz="quarter" idx="10" hasCustomPrompt="1"/>
          </p:nvPr>
        </p:nvSpPr>
        <p:spPr>
          <a:xfrm>
            <a:off x="457200" y="347472"/>
            <a:ext cx="11274552" cy="338328"/>
          </a:xfrm>
        </p:spPr>
        <p:txBody>
          <a:bodyPr anchor="ctr">
            <a:normAutofit/>
          </a:bodyPr>
          <a:lstStyle>
            <a:lvl1pPr marL="0" indent="0">
              <a:lnSpc>
                <a:spcPct val="100000"/>
              </a:lnSpc>
              <a:buNone/>
              <a:defRPr sz="21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Slide Title</a:t>
            </a:r>
          </a:p>
        </p:txBody>
      </p:sp>
    </p:spTree>
    <p:extLst>
      <p:ext uri="{BB962C8B-B14F-4D97-AF65-F5344CB8AC3E}">
        <p14:creationId xmlns:p14="http://schemas.microsoft.com/office/powerpoint/2010/main" val="1331901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_venn_diagram_slide">
    <p:spTree>
      <p:nvGrpSpPr>
        <p:cNvPr id="1" name=""/>
        <p:cNvGrpSpPr/>
        <p:nvPr/>
      </p:nvGrpSpPr>
      <p:grpSpPr>
        <a:xfrm>
          <a:off x="0" y="0"/>
          <a:ext cx="0" cy="0"/>
          <a:chOff x="0" y="0"/>
          <a:chExt cx="0" cy="0"/>
        </a:xfrm>
      </p:grpSpPr>
      <p:grpSp>
        <p:nvGrpSpPr>
          <p:cNvPr id="32" name="Group 31">
            <a:extLst>
              <a:ext uri="{FF2B5EF4-FFF2-40B4-BE49-F238E27FC236}">
                <a16:creationId xmlns:a16="http://schemas.microsoft.com/office/drawing/2014/main" id="{2FF418E2-99B9-ADD8-4994-B18F7B0A5FCD}"/>
              </a:ext>
            </a:extLst>
          </p:cNvPr>
          <p:cNvGrpSpPr/>
          <p:nvPr userDrawn="1"/>
        </p:nvGrpSpPr>
        <p:grpSpPr>
          <a:xfrm>
            <a:off x="4011467" y="1604865"/>
            <a:ext cx="4166016" cy="3949200"/>
            <a:chOff x="2950311" y="1566837"/>
            <a:chExt cx="4166016" cy="3949200"/>
          </a:xfrm>
        </p:grpSpPr>
        <p:sp>
          <p:nvSpPr>
            <p:cNvPr id="33" name="Oval 32">
              <a:extLst>
                <a:ext uri="{FF2B5EF4-FFF2-40B4-BE49-F238E27FC236}">
                  <a16:creationId xmlns:a16="http://schemas.microsoft.com/office/drawing/2014/main" id="{F73C8557-F964-B072-535A-EB2D3FD73E06}"/>
                </a:ext>
              </a:extLst>
            </p:cNvPr>
            <p:cNvSpPr/>
            <p:nvPr/>
          </p:nvSpPr>
          <p:spPr bwMode="gray">
            <a:xfrm>
              <a:off x="3905071" y="1566837"/>
              <a:ext cx="2249276" cy="2249276"/>
            </a:xfrm>
            <a:prstGeom prst="ellipse">
              <a:avLst/>
            </a:prstGeom>
            <a:solidFill>
              <a:srgbClr val="01A5E4">
                <a:alpha val="70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4" name="Oval 33">
              <a:extLst>
                <a:ext uri="{FF2B5EF4-FFF2-40B4-BE49-F238E27FC236}">
                  <a16:creationId xmlns:a16="http://schemas.microsoft.com/office/drawing/2014/main" id="{B784CFB7-0628-64BB-7F4A-05AE4EA07730}"/>
                </a:ext>
              </a:extLst>
            </p:cNvPr>
            <p:cNvSpPr/>
            <p:nvPr/>
          </p:nvSpPr>
          <p:spPr bwMode="gray">
            <a:xfrm>
              <a:off x="4867051" y="3266761"/>
              <a:ext cx="2249276" cy="2249276"/>
            </a:xfrm>
            <a:prstGeom prst="ellipse">
              <a:avLst/>
            </a:prstGeom>
            <a:solidFill>
              <a:srgbClr val="005585">
                <a:alpha val="70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5" name="Oval 34">
              <a:extLst>
                <a:ext uri="{FF2B5EF4-FFF2-40B4-BE49-F238E27FC236}">
                  <a16:creationId xmlns:a16="http://schemas.microsoft.com/office/drawing/2014/main" id="{95F9EADC-447C-A60A-AB22-6B551BB7DB6B}"/>
                </a:ext>
              </a:extLst>
            </p:cNvPr>
            <p:cNvSpPr/>
            <p:nvPr/>
          </p:nvSpPr>
          <p:spPr bwMode="gray">
            <a:xfrm>
              <a:off x="2950311" y="3266761"/>
              <a:ext cx="2249276" cy="2249276"/>
            </a:xfrm>
            <a:prstGeom prst="ellipse">
              <a:avLst/>
            </a:prstGeom>
            <a:solidFill>
              <a:srgbClr val="85BD25">
                <a:alpha val="70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grpSp>
      <p:cxnSp>
        <p:nvCxnSpPr>
          <p:cNvPr id="7" name="shape">
            <a:extLst>
              <a:ext uri="{FF2B5EF4-FFF2-40B4-BE49-F238E27FC236}">
                <a16:creationId xmlns:a16="http://schemas.microsoft.com/office/drawing/2014/main" id="{C3D766DD-822D-FE37-6EBC-521D513E0552}"/>
              </a:ext>
            </a:extLst>
          </p:cNvPr>
          <p:cNvCxnSpPr>
            <a:cxnSpLocks/>
          </p:cNvCxnSpPr>
          <p:nvPr userDrawn="1"/>
        </p:nvCxnSpPr>
        <p:spPr>
          <a:xfrm>
            <a:off x="7723179" y="3610991"/>
            <a:ext cx="731520" cy="0"/>
          </a:xfrm>
          <a:prstGeom prst="line">
            <a:avLst/>
          </a:prstGeom>
          <a:ln>
            <a:solidFill>
              <a:srgbClr val="3C7B97"/>
            </a:solidFill>
          </a:ln>
        </p:spPr>
        <p:style>
          <a:lnRef idx="2">
            <a:schemeClr val="accent1"/>
          </a:lnRef>
          <a:fillRef idx="0">
            <a:schemeClr val="accent1"/>
          </a:fillRef>
          <a:effectRef idx="1">
            <a:schemeClr val="accent1"/>
          </a:effectRef>
          <a:fontRef idx="minor">
            <a:schemeClr val="tx1"/>
          </a:fontRef>
        </p:style>
      </p:cxnSp>
      <p:cxnSp>
        <p:nvCxnSpPr>
          <p:cNvPr id="8" name="shape">
            <a:extLst>
              <a:ext uri="{FF2B5EF4-FFF2-40B4-BE49-F238E27FC236}">
                <a16:creationId xmlns:a16="http://schemas.microsoft.com/office/drawing/2014/main" id="{91C466A9-72EE-64FD-3A3A-8536C317AB96}"/>
              </a:ext>
            </a:extLst>
          </p:cNvPr>
          <p:cNvCxnSpPr>
            <a:cxnSpLocks/>
          </p:cNvCxnSpPr>
          <p:nvPr userDrawn="1"/>
        </p:nvCxnSpPr>
        <p:spPr>
          <a:xfrm flipV="1">
            <a:off x="6896456" y="2186888"/>
            <a:ext cx="1554045" cy="0"/>
          </a:xfrm>
          <a:prstGeom prst="line">
            <a:avLst/>
          </a:prstGeom>
          <a:ln>
            <a:solidFill>
              <a:srgbClr val="44B7E3"/>
            </a:solidFill>
          </a:ln>
        </p:spPr>
        <p:style>
          <a:lnRef idx="2">
            <a:schemeClr val="accent1"/>
          </a:lnRef>
          <a:fillRef idx="0">
            <a:schemeClr val="accent1"/>
          </a:fillRef>
          <a:effectRef idx="1">
            <a:schemeClr val="accent1"/>
          </a:effectRef>
          <a:fontRef idx="minor">
            <a:schemeClr val="tx1"/>
          </a:fontRef>
        </p:style>
      </p:cxnSp>
      <p:cxnSp>
        <p:nvCxnSpPr>
          <p:cNvPr id="12" name="shape">
            <a:extLst>
              <a:ext uri="{FF2B5EF4-FFF2-40B4-BE49-F238E27FC236}">
                <a16:creationId xmlns:a16="http://schemas.microsoft.com/office/drawing/2014/main" id="{66D0D1AA-60E6-A607-26AC-DB6817DB1477}"/>
              </a:ext>
            </a:extLst>
          </p:cNvPr>
          <p:cNvCxnSpPr>
            <a:cxnSpLocks/>
          </p:cNvCxnSpPr>
          <p:nvPr userDrawn="1"/>
        </p:nvCxnSpPr>
        <p:spPr>
          <a:xfrm flipV="1">
            <a:off x="5975908" y="5124542"/>
            <a:ext cx="2474593" cy="0"/>
          </a:xfrm>
          <a:prstGeom prst="line">
            <a:avLst/>
          </a:prstGeom>
          <a:ln>
            <a:solidFill>
              <a:srgbClr val="A0C95D"/>
            </a:solidFill>
          </a:ln>
        </p:spPr>
        <p:style>
          <a:lnRef idx="2">
            <a:schemeClr val="accent1"/>
          </a:lnRef>
          <a:fillRef idx="0">
            <a:schemeClr val="accent1"/>
          </a:fillRef>
          <a:effectRef idx="1">
            <a:schemeClr val="accent1"/>
          </a:effectRef>
          <a:fontRef idx="minor">
            <a:schemeClr val="tx1"/>
          </a:fontRef>
        </p:style>
      </p:cxnSp>
      <p:sp>
        <p:nvSpPr>
          <p:cNvPr id="21" name="Category 3 bullet points">
            <a:extLst>
              <a:ext uri="{FF2B5EF4-FFF2-40B4-BE49-F238E27FC236}">
                <a16:creationId xmlns:a16="http://schemas.microsoft.com/office/drawing/2014/main" id="{DAE6DC66-1EBD-393C-47C5-8B654F494F17}"/>
              </a:ext>
            </a:extLst>
          </p:cNvPr>
          <p:cNvSpPr>
            <a:spLocks noGrp="1"/>
          </p:cNvSpPr>
          <p:nvPr>
            <p:ph type="body" sz="quarter" idx="38" hasCustomPrompt="1"/>
          </p:nvPr>
        </p:nvSpPr>
        <p:spPr>
          <a:xfrm>
            <a:off x="8512692" y="5080067"/>
            <a:ext cx="3185709" cy="947997"/>
          </a:xfrm>
        </p:spPr>
        <p:txBody>
          <a:bodyPr anchor="t">
            <a:normAutofit/>
          </a:bodyPr>
          <a:lstStyle>
            <a:lvl1pPr marL="0" indent="0" algn="l">
              <a:lnSpc>
                <a:spcPct val="100000"/>
              </a:lnSpc>
              <a:spcBef>
                <a:spcPts val="400"/>
              </a:spcBef>
              <a:buFont typeface="Arial" panose="020B0604020202020204" pitchFamily="34" charset="0"/>
              <a:buNone/>
              <a:defRPr sz="1100" b="0" i="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Category 3 bullet points</a:t>
            </a:r>
          </a:p>
        </p:txBody>
      </p:sp>
      <p:sp>
        <p:nvSpPr>
          <p:cNvPr id="20" name="Category 3 Question">
            <a:extLst>
              <a:ext uri="{FF2B5EF4-FFF2-40B4-BE49-F238E27FC236}">
                <a16:creationId xmlns:a16="http://schemas.microsoft.com/office/drawing/2014/main" id="{36EC6529-AD68-0C42-0081-6639D96DE0B3}"/>
              </a:ext>
            </a:extLst>
          </p:cNvPr>
          <p:cNvSpPr>
            <a:spLocks noGrp="1"/>
          </p:cNvSpPr>
          <p:nvPr>
            <p:ph type="body" sz="quarter" idx="37" hasCustomPrompt="1"/>
          </p:nvPr>
        </p:nvSpPr>
        <p:spPr>
          <a:xfrm>
            <a:off x="8504230" y="4834222"/>
            <a:ext cx="3185709" cy="252722"/>
          </a:xfrm>
          <a:noFill/>
        </p:spPr>
        <p:txBody>
          <a:bodyPr anchor="ct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b="1" i="0">
                <a:solidFill>
                  <a:srgbClr val="9EC85A"/>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Category 3 Question</a:t>
            </a:r>
          </a:p>
        </p:txBody>
      </p:sp>
      <p:sp>
        <p:nvSpPr>
          <p:cNvPr id="19" name="Category Name 3">
            <a:extLst>
              <a:ext uri="{FF2B5EF4-FFF2-40B4-BE49-F238E27FC236}">
                <a16:creationId xmlns:a16="http://schemas.microsoft.com/office/drawing/2014/main" id="{F9998878-F2B1-4DE7-D78B-D6BCF907ED1A}"/>
              </a:ext>
            </a:extLst>
          </p:cNvPr>
          <p:cNvSpPr>
            <a:spLocks noGrp="1"/>
          </p:cNvSpPr>
          <p:nvPr>
            <p:ph type="body" sz="quarter" idx="31" hasCustomPrompt="1"/>
          </p:nvPr>
        </p:nvSpPr>
        <p:spPr>
          <a:xfrm>
            <a:off x="4223087" y="4159693"/>
            <a:ext cx="1685976" cy="483754"/>
          </a:xfrm>
        </p:spPr>
        <p:txBody>
          <a:bodyPr anchor="ctr">
            <a:normAutofit/>
          </a:bodyPr>
          <a:lstStyle>
            <a:lvl1pPr marL="0" indent="0" algn="ctr">
              <a:lnSpc>
                <a:spcPct val="100000"/>
              </a:lnSpc>
              <a:buNone/>
              <a:defRPr sz="1100" b="1" i="0" spc="200" baseline="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lvl="0"/>
            <a:r>
              <a:rPr lang="en-US" dirty="0"/>
              <a:t>Category 3 Name</a:t>
            </a:r>
          </a:p>
        </p:txBody>
      </p:sp>
      <p:sp>
        <p:nvSpPr>
          <p:cNvPr id="18" name="Category 2 bullet points">
            <a:extLst>
              <a:ext uri="{FF2B5EF4-FFF2-40B4-BE49-F238E27FC236}">
                <a16:creationId xmlns:a16="http://schemas.microsoft.com/office/drawing/2014/main" id="{2ACAC32E-377E-3E01-9B89-70BC34FCEE57}"/>
              </a:ext>
            </a:extLst>
          </p:cNvPr>
          <p:cNvSpPr>
            <a:spLocks noGrp="1"/>
          </p:cNvSpPr>
          <p:nvPr>
            <p:ph type="body" sz="quarter" idx="40" hasCustomPrompt="1"/>
          </p:nvPr>
        </p:nvSpPr>
        <p:spPr>
          <a:xfrm>
            <a:off x="8495767" y="3660054"/>
            <a:ext cx="3185709" cy="947997"/>
          </a:xfrm>
        </p:spPr>
        <p:txBody>
          <a:bodyPr anchor="t">
            <a:normAutofit/>
          </a:bodyPr>
          <a:lstStyle>
            <a:lvl1pPr marL="0" indent="0" algn="l">
              <a:lnSpc>
                <a:spcPct val="100000"/>
              </a:lnSpc>
              <a:spcBef>
                <a:spcPts val="400"/>
              </a:spcBef>
              <a:buFont typeface="Arial" panose="020B0604020202020204" pitchFamily="34" charset="0"/>
              <a:buNone/>
              <a:defRPr sz="1100" b="0" i="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Category 2 bullet points</a:t>
            </a:r>
          </a:p>
        </p:txBody>
      </p:sp>
      <p:sp>
        <p:nvSpPr>
          <p:cNvPr id="17" name="Category 2 Question">
            <a:extLst>
              <a:ext uri="{FF2B5EF4-FFF2-40B4-BE49-F238E27FC236}">
                <a16:creationId xmlns:a16="http://schemas.microsoft.com/office/drawing/2014/main" id="{3771E787-FDD6-D1A1-E966-329164CEEABA}"/>
              </a:ext>
            </a:extLst>
          </p:cNvPr>
          <p:cNvSpPr>
            <a:spLocks noGrp="1"/>
          </p:cNvSpPr>
          <p:nvPr>
            <p:ph type="body" sz="quarter" idx="35" hasCustomPrompt="1"/>
          </p:nvPr>
        </p:nvSpPr>
        <p:spPr>
          <a:xfrm>
            <a:off x="8495768" y="3395418"/>
            <a:ext cx="3185709" cy="252722"/>
          </a:xfrm>
          <a:noFill/>
        </p:spPr>
        <p:txBody>
          <a:bodyPr anchor="ct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b="1" i="0">
                <a:solidFill>
                  <a:srgbClr val="3C7B97"/>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Category 2 Question</a:t>
            </a:r>
          </a:p>
        </p:txBody>
      </p:sp>
      <p:sp>
        <p:nvSpPr>
          <p:cNvPr id="16" name="Category Name 2">
            <a:extLst>
              <a:ext uri="{FF2B5EF4-FFF2-40B4-BE49-F238E27FC236}">
                <a16:creationId xmlns:a16="http://schemas.microsoft.com/office/drawing/2014/main" id="{7C33D508-8A18-E2D2-9495-5C24E42F1356}"/>
              </a:ext>
            </a:extLst>
          </p:cNvPr>
          <p:cNvSpPr>
            <a:spLocks noGrp="1"/>
          </p:cNvSpPr>
          <p:nvPr>
            <p:ph type="body" sz="quarter" idx="32" hasCustomPrompt="1"/>
          </p:nvPr>
        </p:nvSpPr>
        <p:spPr>
          <a:xfrm>
            <a:off x="6260743" y="4148326"/>
            <a:ext cx="1711500" cy="493359"/>
          </a:xfrm>
        </p:spPr>
        <p:txBody>
          <a:bodyPr anchor="ctr">
            <a:normAutofit/>
          </a:bodyPr>
          <a:lstStyle>
            <a:lvl1pPr marL="0" indent="0" algn="ctr">
              <a:lnSpc>
                <a:spcPct val="100000"/>
              </a:lnSpc>
              <a:buNone/>
              <a:defRPr sz="1100" b="1" i="0" spc="200" baseline="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lvl="0"/>
            <a:r>
              <a:rPr lang="en-US" dirty="0"/>
              <a:t>Category 2 Name</a:t>
            </a:r>
          </a:p>
        </p:txBody>
      </p:sp>
      <p:sp>
        <p:nvSpPr>
          <p:cNvPr id="15" name="Category 1 bullet points">
            <a:extLst>
              <a:ext uri="{FF2B5EF4-FFF2-40B4-BE49-F238E27FC236}">
                <a16:creationId xmlns:a16="http://schemas.microsoft.com/office/drawing/2014/main" id="{513A28C1-E2C6-7ED6-4F47-0786DEADF081}"/>
              </a:ext>
            </a:extLst>
          </p:cNvPr>
          <p:cNvSpPr>
            <a:spLocks noGrp="1"/>
          </p:cNvSpPr>
          <p:nvPr>
            <p:ph type="body" sz="quarter" idx="41" hasCustomPrompt="1"/>
          </p:nvPr>
        </p:nvSpPr>
        <p:spPr>
          <a:xfrm>
            <a:off x="8495766" y="2205939"/>
            <a:ext cx="3185709" cy="947997"/>
          </a:xfrm>
        </p:spPr>
        <p:txBody>
          <a:bodyPr anchor="t">
            <a:normAutofit/>
          </a:bodyPr>
          <a:lstStyle>
            <a:lvl1pPr marL="0" indent="0" algn="l">
              <a:lnSpc>
                <a:spcPct val="100000"/>
              </a:lnSpc>
              <a:spcBef>
                <a:spcPts val="400"/>
              </a:spcBef>
              <a:buFont typeface="Arial" panose="020B0604020202020204" pitchFamily="34" charset="0"/>
              <a:buNone/>
              <a:defRPr sz="1100" b="0" i="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Category 1 bullet points</a:t>
            </a:r>
          </a:p>
        </p:txBody>
      </p:sp>
      <p:sp>
        <p:nvSpPr>
          <p:cNvPr id="14" name="Category 1 Question">
            <a:extLst>
              <a:ext uri="{FF2B5EF4-FFF2-40B4-BE49-F238E27FC236}">
                <a16:creationId xmlns:a16="http://schemas.microsoft.com/office/drawing/2014/main" id="{AA45E628-9F14-ECA8-0834-15386E314794}"/>
              </a:ext>
            </a:extLst>
          </p:cNvPr>
          <p:cNvSpPr>
            <a:spLocks noGrp="1"/>
          </p:cNvSpPr>
          <p:nvPr>
            <p:ph type="body" sz="quarter" idx="24" hasCustomPrompt="1"/>
          </p:nvPr>
        </p:nvSpPr>
        <p:spPr>
          <a:xfrm>
            <a:off x="8495768" y="1951289"/>
            <a:ext cx="3185709" cy="252722"/>
          </a:xfrm>
          <a:noFill/>
        </p:spPr>
        <p:txBody>
          <a:bodyPr anchor="ctr">
            <a:normAutofit/>
          </a:bodyPr>
          <a:lstStyle>
            <a:lvl1pPr marL="0" indent="0" algn="l">
              <a:lnSpc>
                <a:spcPct val="100000"/>
              </a:lnSpc>
              <a:buNone/>
              <a:defRPr sz="1200" b="1" i="0">
                <a:solidFill>
                  <a:srgbClr val="44B7E3"/>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lvl="0"/>
            <a:r>
              <a:rPr lang="en-US" dirty="0"/>
              <a:t>Category 1 Question</a:t>
            </a:r>
          </a:p>
        </p:txBody>
      </p:sp>
      <p:sp>
        <p:nvSpPr>
          <p:cNvPr id="13" name="Category Name 1">
            <a:extLst>
              <a:ext uri="{FF2B5EF4-FFF2-40B4-BE49-F238E27FC236}">
                <a16:creationId xmlns:a16="http://schemas.microsoft.com/office/drawing/2014/main" id="{FE206FC5-B976-36AD-B432-2BECBC704C94}"/>
              </a:ext>
            </a:extLst>
          </p:cNvPr>
          <p:cNvSpPr>
            <a:spLocks noGrp="1"/>
          </p:cNvSpPr>
          <p:nvPr>
            <p:ph type="body" sz="quarter" idx="33" hasCustomPrompt="1"/>
          </p:nvPr>
        </p:nvSpPr>
        <p:spPr>
          <a:xfrm>
            <a:off x="5066075" y="2428650"/>
            <a:ext cx="2056801" cy="483754"/>
          </a:xfrm>
        </p:spPr>
        <p:txBody>
          <a:bodyPr anchor="ctr">
            <a:normAutofit/>
          </a:bodyPr>
          <a:lstStyle>
            <a:lvl1pPr marL="0" indent="0" algn="ctr">
              <a:lnSpc>
                <a:spcPct val="100000"/>
              </a:lnSpc>
              <a:buNone/>
              <a:defRPr sz="1100" b="1" i="0" spc="200" baseline="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lvl="0"/>
            <a:r>
              <a:rPr lang="en-US" dirty="0"/>
              <a:t>Category 1 Name</a:t>
            </a:r>
          </a:p>
        </p:txBody>
      </p:sp>
      <p:sp>
        <p:nvSpPr>
          <p:cNvPr id="6" name="Supporting Text">
            <a:extLst>
              <a:ext uri="{FF2B5EF4-FFF2-40B4-BE49-F238E27FC236}">
                <a16:creationId xmlns:a16="http://schemas.microsoft.com/office/drawing/2014/main" id="{C109DCFC-4270-9D10-E27B-1AFC50AA0C1C}"/>
              </a:ext>
            </a:extLst>
          </p:cNvPr>
          <p:cNvSpPr>
            <a:spLocks noGrp="1"/>
          </p:cNvSpPr>
          <p:nvPr>
            <p:ph type="body" sz="quarter" idx="26" hasCustomPrompt="1"/>
          </p:nvPr>
        </p:nvSpPr>
        <p:spPr>
          <a:xfrm>
            <a:off x="540644" y="2110183"/>
            <a:ext cx="3219301" cy="3195157"/>
          </a:xfrm>
        </p:spPr>
        <p:txBody>
          <a:bodyPr anchor="ctr">
            <a:normAutofit/>
          </a:bodyPr>
          <a:lstStyle>
            <a:lvl1pPr marL="0" indent="0">
              <a:lnSpc>
                <a:spcPts val="1980"/>
              </a:lnSpc>
              <a:buNone/>
              <a:defRPr sz="14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a:t>Supporting text</a:t>
            </a:r>
          </a:p>
        </p:txBody>
      </p:sp>
      <p:sp>
        <p:nvSpPr>
          <p:cNvPr id="2" name="Slide Subtitle">
            <a:extLst>
              <a:ext uri="{FF2B5EF4-FFF2-40B4-BE49-F238E27FC236}">
                <a16:creationId xmlns:a16="http://schemas.microsoft.com/office/drawing/2014/main" id="{40996CEE-5194-59C5-E4A3-F07B8E801482}"/>
              </a:ext>
            </a:extLst>
          </p:cNvPr>
          <p:cNvSpPr>
            <a:spLocks noGrp="1"/>
          </p:cNvSpPr>
          <p:nvPr>
            <p:ph type="body" sz="quarter" idx="30" hasCustomPrompt="1"/>
          </p:nvPr>
        </p:nvSpPr>
        <p:spPr>
          <a:xfrm>
            <a:off x="457200" y="685800"/>
            <a:ext cx="11274552" cy="758952"/>
          </a:xfrm>
        </p:spPr>
        <p:txBody>
          <a:bodyPr>
            <a:normAutofit/>
          </a:bodyPr>
          <a:lstStyle>
            <a:lvl1pPr marL="0" indent="0">
              <a:lnSpc>
                <a:spcPct val="100000"/>
              </a:lnSpc>
              <a:buNone/>
              <a:defRPr sz="1600" b="0" i="0">
                <a:solidFill>
                  <a:srgbClr val="53565A"/>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Slide Subtitle</a:t>
            </a:r>
          </a:p>
        </p:txBody>
      </p:sp>
      <p:sp>
        <p:nvSpPr>
          <p:cNvPr id="23" name="Slide Title">
            <a:extLst>
              <a:ext uri="{FF2B5EF4-FFF2-40B4-BE49-F238E27FC236}">
                <a16:creationId xmlns:a16="http://schemas.microsoft.com/office/drawing/2014/main" id="{1F3F6933-B706-6091-5347-D57501CC91A8}"/>
              </a:ext>
            </a:extLst>
          </p:cNvPr>
          <p:cNvSpPr>
            <a:spLocks noGrp="1"/>
          </p:cNvSpPr>
          <p:nvPr>
            <p:ph type="body" sz="quarter" idx="10" hasCustomPrompt="1"/>
          </p:nvPr>
        </p:nvSpPr>
        <p:spPr>
          <a:xfrm>
            <a:off x="457200" y="347472"/>
            <a:ext cx="11274552" cy="338328"/>
          </a:xfrm>
        </p:spPr>
        <p:txBody>
          <a:bodyPr anchor="ctr">
            <a:normAutofit/>
          </a:bodyPr>
          <a:lstStyle>
            <a:lvl1pPr marL="0" indent="0">
              <a:lnSpc>
                <a:spcPct val="100000"/>
              </a:lnSpc>
              <a:buNone/>
              <a:defRPr sz="21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Slide Title</a:t>
            </a:r>
          </a:p>
        </p:txBody>
      </p:sp>
    </p:spTree>
    <p:extLst>
      <p:ext uri="{BB962C8B-B14F-4D97-AF65-F5344CB8AC3E}">
        <p14:creationId xmlns:p14="http://schemas.microsoft.com/office/powerpoint/2010/main" val="3190438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_venn_diagram_slide">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CBE07199-EF5F-05C7-3CBB-4AB80ED766E4}"/>
              </a:ext>
            </a:extLst>
          </p:cNvPr>
          <p:cNvGrpSpPr/>
          <p:nvPr userDrawn="1"/>
        </p:nvGrpSpPr>
        <p:grpSpPr>
          <a:xfrm>
            <a:off x="4820031" y="1282699"/>
            <a:ext cx="6839445" cy="4295043"/>
            <a:chOff x="3539840" y="1223129"/>
            <a:chExt cx="2184795" cy="1372010"/>
          </a:xfrm>
        </p:grpSpPr>
        <p:sp>
          <p:nvSpPr>
            <p:cNvPr id="14" name="Oval 1">
              <a:extLst>
                <a:ext uri="{FF2B5EF4-FFF2-40B4-BE49-F238E27FC236}">
                  <a16:creationId xmlns:a16="http://schemas.microsoft.com/office/drawing/2014/main" id="{E2A5096A-3FDB-2C00-68C7-A9E304D35831}"/>
                </a:ext>
              </a:extLst>
            </p:cNvPr>
            <p:cNvSpPr/>
            <p:nvPr userDrawn="1"/>
          </p:nvSpPr>
          <p:spPr bwMode="gray">
            <a:xfrm>
              <a:off x="4349651" y="1358037"/>
              <a:ext cx="565172" cy="1102194"/>
            </a:xfrm>
            <a:custGeom>
              <a:avLst/>
              <a:gdLst/>
              <a:ahLst/>
              <a:cxnLst/>
              <a:rect l="l" t="t" r="r" b="b"/>
              <a:pathLst>
                <a:path w="1099056" h="2173122">
                  <a:moveTo>
                    <a:pt x="549528" y="0"/>
                  </a:moveTo>
                  <a:cubicBezTo>
                    <a:pt x="883279" y="245150"/>
                    <a:pt x="1099056" y="640657"/>
                    <a:pt x="1099056" y="1086561"/>
                  </a:cubicBezTo>
                  <a:cubicBezTo>
                    <a:pt x="1099056" y="1532465"/>
                    <a:pt x="883279" y="1927972"/>
                    <a:pt x="549528" y="2173122"/>
                  </a:cubicBezTo>
                  <a:cubicBezTo>
                    <a:pt x="215777" y="1927972"/>
                    <a:pt x="0" y="1532465"/>
                    <a:pt x="0" y="1086561"/>
                  </a:cubicBezTo>
                  <a:cubicBezTo>
                    <a:pt x="0" y="640657"/>
                    <a:pt x="215777" y="245150"/>
                    <a:pt x="549528" y="0"/>
                  </a:cubicBezTo>
                  <a:close/>
                </a:path>
              </a:pathLst>
            </a:custGeom>
            <a:solidFill>
              <a:srgbClr val="85BD25"/>
            </a:solidFill>
            <a:ln w="19050" algn="ctr">
              <a:noFill/>
              <a:miter lim="800000"/>
              <a:headEnd/>
              <a:tailEnd/>
            </a:ln>
          </p:spPr>
          <p:txBody>
            <a:bodyPr wrap="none" lIns="44450" tIns="44450" rIns="44450" bIns="44450" rtlCol="0" anchor="ctr"/>
            <a:lstStyle/>
            <a:p>
              <a:pPr algn="ctr">
                <a:buFont typeface="Wingdings 2" pitchFamily="18" charset="2"/>
                <a:buNone/>
              </a:pPr>
              <a:endParaRPr lang="en-US" sz="1200">
                <a:solidFill>
                  <a:schemeClr val="tx2"/>
                </a:solidFill>
                <a:latin typeface="Open Sans SemiBold"/>
                <a:ea typeface="Open Sans SemiBold"/>
                <a:cs typeface="Open Sans SemiBold"/>
              </a:endParaRPr>
            </a:p>
          </p:txBody>
        </p:sp>
        <p:sp>
          <p:nvSpPr>
            <p:cNvPr id="15" name="Oval 15">
              <a:extLst>
                <a:ext uri="{FF2B5EF4-FFF2-40B4-BE49-F238E27FC236}">
                  <a16:creationId xmlns:a16="http://schemas.microsoft.com/office/drawing/2014/main" id="{1C4195F1-26A3-2A70-2001-81081E20BAF8}"/>
                </a:ext>
              </a:extLst>
            </p:cNvPr>
            <p:cNvSpPr/>
            <p:nvPr userDrawn="1"/>
          </p:nvSpPr>
          <p:spPr bwMode="gray">
            <a:xfrm>
              <a:off x="4631342" y="1223129"/>
              <a:ext cx="1093293" cy="1372010"/>
            </a:xfrm>
            <a:custGeom>
              <a:avLst/>
              <a:gdLst/>
              <a:ahLst/>
              <a:cxnLst/>
              <a:rect l="l" t="t" r="r" b="b"/>
              <a:pathLst>
                <a:path w="2155572" h="2705100">
                  <a:moveTo>
                    <a:pt x="803022" y="0"/>
                  </a:moveTo>
                  <a:cubicBezTo>
                    <a:pt x="1550015" y="0"/>
                    <a:pt x="2155572" y="605557"/>
                    <a:pt x="2155572" y="1352550"/>
                  </a:cubicBezTo>
                  <a:cubicBezTo>
                    <a:pt x="2155572" y="2099543"/>
                    <a:pt x="1550015" y="2705100"/>
                    <a:pt x="803022" y="2705100"/>
                  </a:cubicBezTo>
                  <a:cubicBezTo>
                    <a:pt x="501933" y="2705100"/>
                    <a:pt x="223823" y="2606719"/>
                    <a:pt x="0" y="2439111"/>
                  </a:cubicBezTo>
                  <a:cubicBezTo>
                    <a:pt x="333751" y="2193961"/>
                    <a:pt x="549528" y="1798454"/>
                    <a:pt x="549528" y="1352550"/>
                  </a:cubicBezTo>
                  <a:cubicBezTo>
                    <a:pt x="549528" y="906646"/>
                    <a:pt x="333751" y="511139"/>
                    <a:pt x="0" y="265989"/>
                  </a:cubicBezTo>
                  <a:cubicBezTo>
                    <a:pt x="223823" y="98381"/>
                    <a:pt x="501933" y="0"/>
                    <a:pt x="803022" y="0"/>
                  </a:cubicBezTo>
                  <a:close/>
                </a:path>
              </a:pathLst>
            </a:custGeom>
            <a:solidFill>
              <a:srgbClr val="25890D"/>
            </a:solidFill>
            <a:ln w="19050" algn="ctr">
              <a:noFill/>
              <a:miter lim="800000"/>
              <a:headEnd/>
              <a:tailEnd/>
            </a:ln>
          </p:spPr>
          <p:txBody>
            <a:bodyPr wrap="none" lIns="44450" tIns="44450" rIns="44450" bIns="44450" rtlCol="0" anchor="ctr"/>
            <a:lstStyle/>
            <a:p>
              <a:pPr algn="ctr">
                <a:buFont typeface="Wingdings 2" pitchFamily="18" charset="2"/>
                <a:buNone/>
              </a:pPr>
              <a:endParaRPr lang="en-US" sz="1200">
                <a:solidFill>
                  <a:schemeClr val="tx2"/>
                </a:solidFill>
                <a:latin typeface="Open Sans SemiBold"/>
                <a:ea typeface="Open Sans SemiBold"/>
                <a:cs typeface="Open Sans SemiBold"/>
              </a:endParaRPr>
            </a:p>
          </p:txBody>
        </p:sp>
        <p:sp>
          <p:nvSpPr>
            <p:cNvPr id="16" name="Oval 16">
              <a:extLst>
                <a:ext uri="{FF2B5EF4-FFF2-40B4-BE49-F238E27FC236}">
                  <a16:creationId xmlns:a16="http://schemas.microsoft.com/office/drawing/2014/main" id="{8DB8AFEE-C2C8-EF90-8226-CF3E3DCF19B0}"/>
                </a:ext>
              </a:extLst>
            </p:cNvPr>
            <p:cNvSpPr/>
            <p:nvPr userDrawn="1"/>
          </p:nvSpPr>
          <p:spPr bwMode="gray">
            <a:xfrm>
              <a:off x="3539840" y="1223129"/>
              <a:ext cx="1093292" cy="1372010"/>
            </a:xfrm>
            <a:custGeom>
              <a:avLst/>
              <a:gdLst/>
              <a:ahLst/>
              <a:cxnLst/>
              <a:rect l="l" t="t" r="r" b="b"/>
              <a:pathLst>
                <a:path w="2155572" h="2705100">
                  <a:moveTo>
                    <a:pt x="1352550" y="0"/>
                  </a:moveTo>
                  <a:cubicBezTo>
                    <a:pt x="1653639" y="0"/>
                    <a:pt x="1931749" y="98381"/>
                    <a:pt x="2155572" y="265990"/>
                  </a:cubicBezTo>
                  <a:cubicBezTo>
                    <a:pt x="1821821" y="511139"/>
                    <a:pt x="1606044" y="906646"/>
                    <a:pt x="1606044" y="1352550"/>
                  </a:cubicBezTo>
                  <a:cubicBezTo>
                    <a:pt x="1606044" y="1798455"/>
                    <a:pt x="1821821" y="2193961"/>
                    <a:pt x="2155572" y="2439111"/>
                  </a:cubicBezTo>
                  <a:cubicBezTo>
                    <a:pt x="1931749" y="2606719"/>
                    <a:pt x="1653639" y="2705100"/>
                    <a:pt x="1352550" y="2705100"/>
                  </a:cubicBezTo>
                  <a:cubicBezTo>
                    <a:pt x="605557" y="2705100"/>
                    <a:pt x="0" y="2099543"/>
                    <a:pt x="0" y="1352550"/>
                  </a:cubicBezTo>
                  <a:cubicBezTo>
                    <a:pt x="0" y="605557"/>
                    <a:pt x="605557" y="0"/>
                    <a:pt x="1352550" y="0"/>
                  </a:cubicBezTo>
                  <a:close/>
                </a:path>
              </a:pathLst>
            </a:custGeom>
            <a:solidFill>
              <a:srgbClr val="85EC20"/>
            </a:solidFill>
            <a:ln w="19050" algn="ctr">
              <a:noFill/>
              <a:miter lim="800000"/>
              <a:headEnd/>
              <a:tailEnd/>
            </a:ln>
          </p:spPr>
          <p:txBody>
            <a:bodyPr wrap="none" lIns="44450" tIns="44450" rIns="44450" bIns="44450" rtlCol="0" anchor="ctr"/>
            <a:lstStyle/>
            <a:p>
              <a:pPr algn="ctr">
                <a:buFont typeface="Wingdings 2" pitchFamily="18" charset="2"/>
                <a:buNone/>
              </a:pPr>
              <a:endParaRPr lang="en-US" sz="1200">
                <a:solidFill>
                  <a:schemeClr val="tx2"/>
                </a:solidFill>
                <a:latin typeface="Open Sans SemiBold"/>
                <a:ea typeface="Open Sans SemiBold"/>
                <a:cs typeface="Open Sans SemiBold"/>
              </a:endParaRPr>
            </a:p>
          </p:txBody>
        </p:sp>
      </p:grpSp>
      <p:sp>
        <p:nvSpPr>
          <p:cNvPr id="11" name="Intersection">
            <a:extLst>
              <a:ext uri="{FF2B5EF4-FFF2-40B4-BE49-F238E27FC236}">
                <a16:creationId xmlns:a16="http://schemas.microsoft.com/office/drawing/2014/main" id="{7DB6038B-2252-589D-760B-26911D239086}"/>
              </a:ext>
            </a:extLst>
          </p:cNvPr>
          <p:cNvSpPr>
            <a:spLocks noGrp="1"/>
          </p:cNvSpPr>
          <p:nvPr>
            <p:ph type="body" sz="quarter" idx="28" hasCustomPrompt="1"/>
          </p:nvPr>
        </p:nvSpPr>
        <p:spPr>
          <a:xfrm>
            <a:off x="7394712" y="3039416"/>
            <a:ext cx="1729668" cy="781609"/>
          </a:xfrm>
        </p:spPr>
        <p:txBody>
          <a:bodyPr anchor="ctr">
            <a:normAutofit/>
          </a:bodyPr>
          <a:lstStyle>
            <a:lvl1pPr marL="0" indent="0" algn="ctr">
              <a:lnSpc>
                <a:spcPct val="100000"/>
              </a:lnSpc>
              <a:buNone/>
              <a:defRPr sz="1200" b="1" i="0">
                <a:latin typeface="Open Sans SemiBold" pitchFamily="2" charset="0"/>
                <a:ea typeface="Open Sans SemiBold" pitchFamily="2" charset="0"/>
                <a:cs typeface="Open Sans SemiBold" pitchFamily="2" charset="0"/>
              </a:defRPr>
            </a:lvl1pPr>
            <a:lvl5pPr marL="1828800" indent="0">
              <a:buNone/>
              <a:defRPr/>
            </a:lvl5pPr>
          </a:lstStyle>
          <a:p>
            <a:pPr lvl="0"/>
            <a:r>
              <a:rPr lang="en-US"/>
              <a:t>Intersection</a:t>
            </a:r>
          </a:p>
        </p:txBody>
      </p:sp>
      <p:sp>
        <p:nvSpPr>
          <p:cNvPr id="10" name="Category 2">
            <a:extLst>
              <a:ext uri="{FF2B5EF4-FFF2-40B4-BE49-F238E27FC236}">
                <a16:creationId xmlns:a16="http://schemas.microsoft.com/office/drawing/2014/main" id="{AEBCA55F-BF34-D3CF-EFF3-B490BCEC6982}"/>
              </a:ext>
            </a:extLst>
          </p:cNvPr>
          <p:cNvSpPr>
            <a:spLocks noGrp="1"/>
          </p:cNvSpPr>
          <p:nvPr>
            <p:ph type="body" sz="quarter" idx="29" hasCustomPrompt="1"/>
          </p:nvPr>
        </p:nvSpPr>
        <p:spPr>
          <a:xfrm>
            <a:off x="9171362" y="3056232"/>
            <a:ext cx="2017644" cy="781609"/>
          </a:xfrm>
        </p:spPr>
        <p:txBody>
          <a:bodyPr anchor="ctr">
            <a:normAutofit/>
          </a:bodyPr>
          <a:lstStyle>
            <a:lvl1pPr marL="0" indent="0" algn="ctr">
              <a:lnSpc>
                <a:spcPct val="100000"/>
              </a:lnSpc>
              <a:buNone/>
              <a:defRPr sz="1200" b="1" i="0">
                <a:solidFill>
                  <a:schemeClr val="bg1"/>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Category 2</a:t>
            </a:r>
          </a:p>
        </p:txBody>
      </p:sp>
      <p:sp>
        <p:nvSpPr>
          <p:cNvPr id="9" name="Category 1">
            <a:extLst>
              <a:ext uri="{FF2B5EF4-FFF2-40B4-BE49-F238E27FC236}">
                <a16:creationId xmlns:a16="http://schemas.microsoft.com/office/drawing/2014/main" id="{FEEE9A13-9D13-FCE6-C5BD-3E0BB9D335C9}"/>
              </a:ext>
            </a:extLst>
          </p:cNvPr>
          <p:cNvSpPr>
            <a:spLocks noGrp="1"/>
          </p:cNvSpPr>
          <p:nvPr>
            <p:ph type="body" sz="quarter" idx="27" hasCustomPrompt="1"/>
          </p:nvPr>
        </p:nvSpPr>
        <p:spPr>
          <a:xfrm>
            <a:off x="5227809" y="3039416"/>
            <a:ext cx="2166903" cy="781609"/>
          </a:xfrm>
        </p:spPr>
        <p:txBody>
          <a:bodyPr anchor="ctr">
            <a:normAutofit/>
          </a:bodyPr>
          <a:lstStyle>
            <a:lvl1pPr marL="0" indent="0" algn="ctr">
              <a:lnSpc>
                <a:spcPct val="100000"/>
              </a:lnSpc>
              <a:buNone/>
              <a:defRPr sz="1200" b="1" i="0">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Category 1</a:t>
            </a:r>
          </a:p>
        </p:txBody>
      </p:sp>
      <p:sp>
        <p:nvSpPr>
          <p:cNvPr id="6" name="Slide Subtitle">
            <a:extLst>
              <a:ext uri="{FF2B5EF4-FFF2-40B4-BE49-F238E27FC236}">
                <a16:creationId xmlns:a16="http://schemas.microsoft.com/office/drawing/2014/main" id="{19CD1FDB-DA0D-5A87-E5B5-5BE91C798A6A}"/>
              </a:ext>
            </a:extLst>
          </p:cNvPr>
          <p:cNvSpPr>
            <a:spLocks noGrp="1"/>
          </p:cNvSpPr>
          <p:nvPr>
            <p:ph type="body" sz="quarter" idx="26" hasCustomPrompt="1"/>
          </p:nvPr>
        </p:nvSpPr>
        <p:spPr>
          <a:xfrm>
            <a:off x="536575" y="3202980"/>
            <a:ext cx="4022725" cy="1126243"/>
          </a:xfrm>
        </p:spPr>
        <p:txBody>
          <a:bodyPr>
            <a:noAutofit/>
          </a:bodyPr>
          <a:lstStyle>
            <a:lvl1pPr marL="0" indent="0">
              <a:lnSpc>
                <a:spcPts val="2120"/>
              </a:lnSpc>
              <a:buNone/>
              <a:defRPr lang="en-US" sz="1600" b="0" i="0" smtClean="0">
                <a:effectLst/>
                <a:latin typeface="Open Sans Light" pitchFamily="2" charset="0"/>
                <a:ea typeface="Open Sans Light" pitchFamily="2" charset="0"/>
                <a:cs typeface="Open Sans Light" pitchFamily="2" charset="0"/>
              </a:defRPr>
            </a:lvl1pPr>
            <a:lvl5pPr marL="1828800" indent="0">
              <a:buNone/>
              <a:defRPr/>
            </a:lvl5pPr>
          </a:lstStyle>
          <a:p>
            <a:pPr lvl="0"/>
            <a:r>
              <a:rPr lang="en-US"/>
              <a:t>Slide Subtitle</a:t>
            </a:r>
          </a:p>
        </p:txBody>
      </p:sp>
      <p:sp>
        <p:nvSpPr>
          <p:cNvPr id="5" name="Slide Title">
            <a:extLst>
              <a:ext uri="{FF2B5EF4-FFF2-40B4-BE49-F238E27FC236}">
                <a16:creationId xmlns:a16="http://schemas.microsoft.com/office/drawing/2014/main" id="{918DCC9D-F543-0721-0776-6ECFDC94B0DA}"/>
              </a:ext>
            </a:extLst>
          </p:cNvPr>
          <p:cNvSpPr>
            <a:spLocks noGrp="1"/>
          </p:cNvSpPr>
          <p:nvPr>
            <p:ph type="body" sz="quarter" idx="10" hasCustomPrompt="1"/>
          </p:nvPr>
        </p:nvSpPr>
        <p:spPr>
          <a:xfrm>
            <a:off x="536575" y="2218235"/>
            <a:ext cx="4022725" cy="897255"/>
          </a:xfrm>
        </p:spPr>
        <p:txBody>
          <a:bodyPr anchor="b">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Slide Title</a:t>
            </a:r>
          </a:p>
        </p:txBody>
      </p:sp>
    </p:spTree>
    <p:extLst>
      <p:ext uri="{BB962C8B-B14F-4D97-AF65-F5344CB8AC3E}">
        <p14:creationId xmlns:p14="http://schemas.microsoft.com/office/powerpoint/2010/main" val="198340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ntro_narrative_three_slide">
    <p:spTree>
      <p:nvGrpSpPr>
        <p:cNvPr id="1" name=""/>
        <p:cNvGrpSpPr/>
        <p:nvPr/>
      </p:nvGrpSpPr>
      <p:grpSpPr>
        <a:xfrm>
          <a:off x="0" y="0"/>
          <a:ext cx="0" cy="0"/>
          <a:chOff x="0" y="0"/>
          <a:chExt cx="0" cy="0"/>
        </a:xfrm>
      </p:grpSpPr>
      <p:sp>
        <p:nvSpPr>
          <p:cNvPr id="95" name="Row 3 text">
            <a:extLst>
              <a:ext uri="{FF2B5EF4-FFF2-40B4-BE49-F238E27FC236}">
                <a16:creationId xmlns:a16="http://schemas.microsoft.com/office/drawing/2014/main" id="{E11370B1-D764-9F38-25EA-3AD249C7FC8B}"/>
              </a:ext>
            </a:extLst>
          </p:cNvPr>
          <p:cNvSpPr>
            <a:spLocks noGrp="1"/>
          </p:cNvSpPr>
          <p:nvPr>
            <p:ph type="body" sz="quarter" idx="25" hasCustomPrompt="1"/>
          </p:nvPr>
        </p:nvSpPr>
        <p:spPr>
          <a:xfrm>
            <a:off x="6242177" y="4664765"/>
            <a:ext cx="5054819" cy="724718"/>
          </a:xfrm>
        </p:spPr>
        <p:txBody>
          <a:bodyP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Row 3 Text</a:t>
            </a:r>
          </a:p>
        </p:txBody>
      </p:sp>
      <p:sp>
        <p:nvSpPr>
          <p:cNvPr id="94" name="Row 3 Title">
            <a:extLst>
              <a:ext uri="{FF2B5EF4-FFF2-40B4-BE49-F238E27FC236}">
                <a16:creationId xmlns:a16="http://schemas.microsoft.com/office/drawing/2014/main" id="{DD310161-BF19-3EE2-488B-3183ABDBA90A}"/>
              </a:ext>
            </a:extLst>
          </p:cNvPr>
          <p:cNvSpPr>
            <a:spLocks noGrp="1"/>
          </p:cNvSpPr>
          <p:nvPr>
            <p:ph type="body" sz="quarter" idx="24" hasCustomPrompt="1"/>
          </p:nvPr>
        </p:nvSpPr>
        <p:spPr>
          <a:xfrm>
            <a:off x="6242177" y="4154577"/>
            <a:ext cx="5054819" cy="530066"/>
          </a:xfrm>
        </p:spPr>
        <p:txBody>
          <a:bodyPr anchor="b">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lvl="0"/>
            <a:r>
              <a:rPr lang="en-US" dirty="0"/>
              <a:t>Row 3 Title</a:t>
            </a:r>
          </a:p>
        </p:txBody>
      </p:sp>
      <p:sp>
        <p:nvSpPr>
          <p:cNvPr id="93" name="Row 2 Text">
            <a:extLst>
              <a:ext uri="{FF2B5EF4-FFF2-40B4-BE49-F238E27FC236}">
                <a16:creationId xmlns:a16="http://schemas.microsoft.com/office/drawing/2014/main" id="{5C5AD7AA-A094-9512-5CC4-1FD333B4CF72}"/>
              </a:ext>
            </a:extLst>
          </p:cNvPr>
          <p:cNvSpPr>
            <a:spLocks noGrp="1"/>
          </p:cNvSpPr>
          <p:nvPr>
            <p:ph type="body" sz="quarter" idx="23" hasCustomPrompt="1"/>
          </p:nvPr>
        </p:nvSpPr>
        <p:spPr>
          <a:xfrm>
            <a:off x="6242177" y="3310945"/>
            <a:ext cx="5054819" cy="724718"/>
          </a:xfrm>
        </p:spPr>
        <p:txBody>
          <a:bodyP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Row 2 Text</a:t>
            </a:r>
          </a:p>
        </p:txBody>
      </p:sp>
      <p:sp>
        <p:nvSpPr>
          <p:cNvPr id="92" name="Row 2 Title">
            <a:extLst>
              <a:ext uri="{FF2B5EF4-FFF2-40B4-BE49-F238E27FC236}">
                <a16:creationId xmlns:a16="http://schemas.microsoft.com/office/drawing/2014/main" id="{CA4857B6-CB89-DE02-565D-23D045C2BF04}"/>
              </a:ext>
            </a:extLst>
          </p:cNvPr>
          <p:cNvSpPr>
            <a:spLocks noGrp="1"/>
          </p:cNvSpPr>
          <p:nvPr>
            <p:ph type="body" sz="quarter" idx="22" hasCustomPrompt="1"/>
          </p:nvPr>
        </p:nvSpPr>
        <p:spPr>
          <a:xfrm>
            <a:off x="6242177" y="2722379"/>
            <a:ext cx="5054819" cy="530066"/>
          </a:xfrm>
        </p:spPr>
        <p:txBody>
          <a:bodyPr anchor="b">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lvl="0"/>
            <a:r>
              <a:rPr lang="en-US" dirty="0"/>
              <a:t>Row 2 Title</a:t>
            </a:r>
          </a:p>
        </p:txBody>
      </p:sp>
      <p:sp>
        <p:nvSpPr>
          <p:cNvPr id="91" name="Row 1 Text">
            <a:extLst>
              <a:ext uri="{FF2B5EF4-FFF2-40B4-BE49-F238E27FC236}">
                <a16:creationId xmlns:a16="http://schemas.microsoft.com/office/drawing/2014/main" id="{F72B8C07-58F4-5EA3-E699-30310D5CFE8D}"/>
              </a:ext>
            </a:extLst>
          </p:cNvPr>
          <p:cNvSpPr>
            <a:spLocks noGrp="1"/>
          </p:cNvSpPr>
          <p:nvPr>
            <p:ph type="body" sz="quarter" idx="21" hasCustomPrompt="1"/>
          </p:nvPr>
        </p:nvSpPr>
        <p:spPr>
          <a:xfrm>
            <a:off x="6242177" y="1869541"/>
            <a:ext cx="5054819" cy="724718"/>
          </a:xfrm>
        </p:spPr>
        <p:txBody>
          <a:bodyP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Row 1 Text</a:t>
            </a:r>
          </a:p>
        </p:txBody>
      </p:sp>
      <p:sp>
        <p:nvSpPr>
          <p:cNvPr id="90" name="Row 1 Title">
            <a:extLst>
              <a:ext uri="{FF2B5EF4-FFF2-40B4-BE49-F238E27FC236}">
                <a16:creationId xmlns:a16="http://schemas.microsoft.com/office/drawing/2014/main" id="{3F1DC71E-34F0-169D-9D05-1FCAF38F4036}"/>
              </a:ext>
            </a:extLst>
          </p:cNvPr>
          <p:cNvSpPr>
            <a:spLocks noGrp="1"/>
          </p:cNvSpPr>
          <p:nvPr>
            <p:ph type="body" sz="quarter" idx="20" hasCustomPrompt="1"/>
          </p:nvPr>
        </p:nvSpPr>
        <p:spPr>
          <a:xfrm>
            <a:off x="6242177" y="1359353"/>
            <a:ext cx="5054819" cy="530066"/>
          </a:xfrm>
        </p:spPr>
        <p:txBody>
          <a:bodyPr anchor="b">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lvl="0"/>
            <a:r>
              <a:rPr lang="en-US" dirty="0"/>
              <a:t>Row 1 Title</a:t>
            </a:r>
          </a:p>
        </p:txBody>
      </p:sp>
      <p:sp>
        <p:nvSpPr>
          <p:cNvPr id="89" name="Headline">
            <a:extLst>
              <a:ext uri="{FF2B5EF4-FFF2-40B4-BE49-F238E27FC236}">
                <a16:creationId xmlns:a16="http://schemas.microsoft.com/office/drawing/2014/main" id="{592A0591-1EF4-FB50-7D02-350B4D22CAD9}"/>
              </a:ext>
            </a:extLst>
          </p:cNvPr>
          <p:cNvSpPr>
            <a:spLocks noGrp="1"/>
          </p:cNvSpPr>
          <p:nvPr>
            <p:ph type="body" sz="quarter" idx="10" hasCustomPrompt="1"/>
          </p:nvPr>
        </p:nvSpPr>
        <p:spPr>
          <a:xfrm>
            <a:off x="755235" y="1874520"/>
            <a:ext cx="4201680" cy="3108960"/>
          </a:xfrm>
        </p:spPr>
        <p:txBody>
          <a:bodyPr anchor="ctr">
            <a:normAutofit/>
          </a:bodyPr>
          <a:lstStyle>
            <a:lvl1pPr marL="0" indent="0">
              <a:lnSpc>
                <a:spcPct val="100000"/>
              </a:lnSpc>
              <a:buNone/>
              <a:defRPr sz="3600" b="1" i="0">
                <a:solidFill>
                  <a:srgbClr val="86BC25"/>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Headline</a:t>
            </a:r>
          </a:p>
        </p:txBody>
      </p:sp>
    </p:spTree>
    <p:extLst>
      <p:ext uri="{BB962C8B-B14F-4D97-AF65-F5344CB8AC3E}">
        <p14:creationId xmlns:p14="http://schemas.microsoft.com/office/powerpoint/2010/main" val="17316389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tro_narrative_four_slide">
    <p:spTree>
      <p:nvGrpSpPr>
        <p:cNvPr id="1" name=""/>
        <p:cNvGrpSpPr/>
        <p:nvPr/>
      </p:nvGrpSpPr>
      <p:grpSpPr>
        <a:xfrm>
          <a:off x="0" y="0"/>
          <a:ext cx="0" cy="0"/>
          <a:chOff x="0" y="0"/>
          <a:chExt cx="0" cy="0"/>
        </a:xfrm>
      </p:grpSpPr>
      <p:sp>
        <p:nvSpPr>
          <p:cNvPr id="13" name="Key statement text 4">
            <a:extLst>
              <a:ext uri="{FF2B5EF4-FFF2-40B4-BE49-F238E27FC236}">
                <a16:creationId xmlns:a16="http://schemas.microsoft.com/office/drawing/2014/main" id="{4D3A206C-4C9C-E1CC-87C1-F0377DAFD242}"/>
              </a:ext>
            </a:extLst>
          </p:cNvPr>
          <p:cNvSpPr>
            <a:spLocks noGrp="1"/>
          </p:cNvSpPr>
          <p:nvPr>
            <p:ph type="body" sz="quarter" idx="27" hasCustomPrompt="1"/>
          </p:nvPr>
        </p:nvSpPr>
        <p:spPr>
          <a:xfrm>
            <a:off x="8555385" y="4411803"/>
            <a:ext cx="3100040" cy="1236931"/>
          </a:xfrm>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Key Statement 4 Text</a:t>
            </a:r>
          </a:p>
        </p:txBody>
      </p:sp>
      <p:sp>
        <p:nvSpPr>
          <p:cNvPr id="12" name="Key statement Title 4">
            <a:extLst>
              <a:ext uri="{FF2B5EF4-FFF2-40B4-BE49-F238E27FC236}">
                <a16:creationId xmlns:a16="http://schemas.microsoft.com/office/drawing/2014/main" id="{9FE7AD54-44C4-97EA-BBA0-D84957FEFD2A}"/>
              </a:ext>
            </a:extLst>
          </p:cNvPr>
          <p:cNvSpPr>
            <a:spLocks noGrp="1"/>
          </p:cNvSpPr>
          <p:nvPr>
            <p:ph type="body" sz="quarter" idx="26" hasCustomPrompt="1"/>
          </p:nvPr>
        </p:nvSpPr>
        <p:spPr>
          <a:xfrm>
            <a:off x="8555385" y="3649289"/>
            <a:ext cx="3100040" cy="571804"/>
          </a:xfrm>
        </p:spPr>
        <p:txBody>
          <a:bodyPr anchor="t">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400" b="1" i="0">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Key Statement 4 Title</a:t>
            </a:r>
          </a:p>
        </p:txBody>
      </p:sp>
      <p:sp>
        <p:nvSpPr>
          <p:cNvPr id="11" name="Key statement text 3">
            <a:extLst>
              <a:ext uri="{FF2B5EF4-FFF2-40B4-BE49-F238E27FC236}">
                <a16:creationId xmlns:a16="http://schemas.microsoft.com/office/drawing/2014/main" id="{FCBEEFC8-E91B-2D2E-C2FA-20B51D45F0C0}"/>
              </a:ext>
            </a:extLst>
          </p:cNvPr>
          <p:cNvSpPr>
            <a:spLocks noGrp="1"/>
          </p:cNvSpPr>
          <p:nvPr>
            <p:ph type="body" sz="quarter" idx="25" hasCustomPrompt="1"/>
          </p:nvPr>
        </p:nvSpPr>
        <p:spPr>
          <a:xfrm>
            <a:off x="5303732" y="4411803"/>
            <a:ext cx="3100040" cy="1236931"/>
          </a:xfrm>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Key Statement 3 Text</a:t>
            </a:r>
          </a:p>
        </p:txBody>
      </p:sp>
      <p:sp>
        <p:nvSpPr>
          <p:cNvPr id="10" name="Key Statement Title 3">
            <a:extLst>
              <a:ext uri="{FF2B5EF4-FFF2-40B4-BE49-F238E27FC236}">
                <a16:creationId xmlns:a16="http://schemas.microsoft.com/office/drawing/2014/main" id="{3A864A95-32EA-0EA3-ADE1-4C7F9155642D}"/>
              </a:ext>
            </a:extLst>
          </p:cNvPr>
          <p:cNvSpPr>
            <a:spLocks noGrp="1"/>
          </p:cNvSpPr>
          <p:nvPr>
            <p:ph type="body" sz="quarter" idx="24" hasCustomPrompt="1"/>
          </p:nvPr>
        </p:nvSpPr>
        <p:spPr>
          <a:xfrm>
            <a:off x="5303732" y="3649289"/>
            <a:ext cx="3100040" cy="571804"/>
          </a:xfrm>
        </p:spPr>
        <p:txBody>
          <a:bodyPr anchor="t">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400" b="1" i="0">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Key Statement 3 Title</a:t>
            </a:r>
          </a:p>
        </p:txBody>
      </p:sp>
      <p:sp>
        <p:nvSpPr>
          <p:cNvPr id="9" name="Key Statement text 2">
            <a:extLst>
              <a:ext uri="{FF2B5EF4-FFF2-40B4-BE49-F238E27FC236}">
                <a16:creationId xmlns:a16="http://schemas.microsoft.com/office/drawing/2014/main" id="{1172F56F-95FF-C740-89C8-4859FC8787F7}"/>
              </a:ext>
            </a:extLst>
          </p:cNvPr>
          <p:cNvSpPr>
            <a:spLocks noGrp="1"/>
          </p:cNvSpPr>
          <p:nvPr>
            <p:ph type="body" sz="quarter" idx="23" hasCustomPrompt="1"/>
          </p:nvPr>
        </p:nvSpPr>
        <p:spPr>
          <a:xfrm>
            <a:off x="8555385" y="2266265"/>
            <a:ext cx="3100040" cy="1239561"/>
          </a:xfrm>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Key Statement 2 Text</a:t>
            </a:r>
          </a:p>
        </p:txBody>
      </p:sp>
      <p:sp>
        <p:nvSpPr>
          <p:cNvPr id="8" name="Key Statement Title 2">
            <a:extLst>
              <a:ext uri="{FF2B5EF4-FFF2-40B4-BE49-F238E27FC236}">
                <a16:creationId xmlns:a16="http://schemas.microsoft.com/office/drawing/2014/main" id="{E9E22E78-A0E2-B089-BE67-B5786C3123E7}"/>
              </a:ext>
            </a:extLst>
          </p:cNvPr>
          <p:cNvSpPr>
            <a:spLocks noGrp="1"/>
          </p:cNvSpPr>
          <p:nvPr>
            <p:ph type="body" sz="quarter" idx="22" hasCustomPrompt="1"/>
          </p:nvPr>
        </p:nvSpPr>
        <p:spPr>
          <a:xfrm>
            <a:off x="8555385" y="1507626"/>
            <a:ext cx="3100040" cy="571804"/>
          </a:xfrm>
        </p:spPr>
        <p:txBody>
          <a:bodyPr anchor="t">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400" b="1" i="0">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Key Statement 2 Title</a:t>
            </a:r>
          </a:p>
        </p:txBody>
      </p:sp>
      <p:sp>
        <p:nvSpPr>
          <p:cNvPr id="7" name="Key Statement Text 1">
            <a:extLst>
              <a:ext uri="{FF2B5EF4-FFF2-40B4-BE49-F238E27FC236}">
                <a16:creationId xmlns:a16="http://schemas.microsoft.com/office/drawing/2014/main" id="{BCF359F9-9DA3-C144-8F30-786AA3787134}"/>
              </a:ext>
            </a:extLst>
          </p:cNvPr>
          <p:cNvSpPr>
            <a:spLocks noGrp="1"/>
          </p:cNvSpPr>
          <p:nvPr>
            <p:ph type="body" sz="quarter" idx="21" hasCustomPrompt="1"/>
          </p:nvPr>
        </p:nvSpPr>
        <p:spPr>
          <a:xfrm>
            <a:off x="5303732" y="2266265"/>
            <a:ext cx="3100040" cy="1239561"/>
          </a:xfrm>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Key Statement 1 Text</a:t>
            </a:r>
          </a:p>
        </p:txBody>
      </p:sp>
      <p:sp>
        <p:nvSpPr>
          <p:cNvPr id="6" name="Key Statement Title 1">
            <a:extLst>
              <a:ext uri="{FF2B5EF4-FFF2-40B4-BE49-F238E27FC236}">
                <a16:creationId xmlns:a16="http://schemas.microsoft.com/office/drawing/2014/main" id="{734E562A-2302-85E0-46B4-40F374925D2F}"/>
              </a:ext>
            </a:extLst>
          </p:cNvPr>
          <p:cNvSpPr>
            <a:spLocks noGrp="1"/>
          </p:cNvSpPr>
          <p:nvPr>
            <p:ph type="body" sz="quarter" idx="20" hasCustomPrompt="1"/>
          </p:nvPr>
        </p:nvSpPr>
        <p:spPr>
          <a:xfrm>
            <a:off x="5303732" y="1507626"/>
            <a:ext cx="3100040" cy="571804"/>
          </a:xfrm>
        </p:spPr>
        <p:txBody>
          <a:bodyPr anchor="t">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400" b="1" i="0">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Key Statement 1 Title</a:t>
            </a:r>
          </a:p>
        </p:txBody>
      </p:sp>
      <p:cxnSp>
        <p:nvCxnSpPr>
          <p:cNvPr id="14" name="shape">
            <a:extLst>
              <a:ext uri="{FF2B5EF4-FFF2-40B4-BE49-F238E27FC236}">
                <a16:creationId xmlns:a16="http://schemas.microsoft.com/office/drawing/2014/main" id="{EC54377A-4D6A-D48D-94EA-379DCC12D9F2}"/>
              </a:ext>
            </a:extLst>
          </p:cNvPr>
          <p:cNvCxnSpPr>
            <a:cxnSpLocks/>
          </p:cNvCxnSpPr>
          <p:nvPr userDrawn="1"/>
        </p:nvCxnSpPr>
        <p:spPr>
          <a:xfrm flipH="1">
            <a:off x="5393691" y="2094428"/>
            <a:ext cx="1550020" cy="0"/>
          </a:xfrm>
          <a:prstGeom prst="line">
            <a:avLst/>
          </a:prstGeom>
          <a:ln w="57150">
            <a:solidFill>
              <a:srgbClr val="26890D"/>
            </a:solidFill>
          </a:ln>
        </p:spPr>
        <p:style>
          <a:lnRef idx="1">
            <a:schemeClr val="accent1"/>
          </a:lnRef>
          <a:fillRef idx="0">
            <a:schemeClr val="accent1"/>
          </a:fillRef>
          <a:effectRef idx="0">
            <a:schemeClr val="accent1"/>
          </a:effectRef>
          <a:fontRef idx="minor">
            <a:schemeClr val="tx1"/>
          </a:fontRef>
        </p:style>
      </p:cxnSp>
      <p:cxnSp>
        <p:nvCxnSpPr>
          <p:cNvPr id="15" name="shape">
            <a:extLst>
              <a:ext uri="{FF2B5EF4-FFF2-40B4-BE49-F238E27FC236}">
                <a16:creationId xmlns:a16="http://schemas.microsoft.com/office/drawing/2014/main" id="{AF5B51AE-E508-ACD7-6B40-7130D76FEB6D}"/>
              </a:ext>
            </a:extLst>
          </p:cNvPr>
          <p:cNvCxnSpPr>
            <a:cxnSpLocks/>
          </p:cNvCxnSpPr>
          <p:nvPr userDrawn="1"/>
        </p:nvCxnSpPr>
        <p:spPr>
          <a:xfrm flipH="1">
            <a:off x="8645344" y="2094428"/>
            <a:ext cx="1578171" cy="0"/>
          </a:xfrm>
          <a:prstGeom prst="line">
            <a:avLst/>
          </a:prstGeom>
          <a:ln w="57150">
            <a:solidFill>
              <a:srgbClr val="43B02A"/>
            </a:solidFill>
          </a:ln>
        </p:spPr>
        <p:style>
          <a:lnRef idx="1">
            <a:schemeClr val="accent1"/>
          </a:lnRef>
          <a:fillRef idx="0">
            <a:schemeClr val="accent1"/>
          </a:fillRef>
          <a:effectRef idx="0">
            <a:schemeClr val="accent1"/>
          </a:effectRef>
          <a:fontRef idx="minor">
            <a:schemeClr val="tx1"/>
          </a:fontRef>
        </p:style>
      </p:cxnSp>
      <p:cxnSp>
        <p:nvCxnSpPr>
          <p:cNvPr id="16" name="shape">
            <a:extLst>
              <a:ext uri="{FF2B5EF4-FFF2-40B4-BE49-F238E27FC236}">
                <a16:creationId xmlns:a16="http://schemas.microsoft.com/office/drawing/2014/main" id="{ECAC8B85-95A3-05E2-514A-4856D746588F}"/>
              </a:ext>
            </a:extLst>
          </p:cNvPr>
          <p:cNvCxnSpPr>
            <a:cxnSpLocks/>
          </p:cNvCxnSpPr>
          <p:nvPr userDrawn="1"/>
        </p:nvCxnSpPr>
        <p:spPr>
          <a:xfrm flipH="1">
            <a:off x="5393691" y="4232054"/>
            <a:ext cx="1550020" cy="0"/>
          </a:xfrm>
          <a:prstGeom prst="line">
            <a:avLst/>
          </a:prstGeom>
          <a:ln w="57150">
            <a:solidFill>
              <a:srgbClr val="86BC25"/>
            </a:solidFill>
          </a:ln>
        </p:spPr>
        <p:style>
          <a:lnRef idx="1">
            <a:schemeClr val="accent1"/>
          </a:lnRef>
          <a:fillRef idx="0">
            <a:schemeClr val="accent1"/>
          </a:fillRef>
          <a:effectRef idx="0">
            <a:schemeClr val="accent1"/>
          </a:effectRef>
          <a:fontRef idx="minor">
            <a:schemeClr val="tx1"/>
          </a:fontRef>
        </p:style>
      </p:cxnSp>
      <p:cxnSp>
        <p:nvCxnSpPr>
          <p:cNvPr id="17" name="shape">
            <a:extLst>
              <a:ext uri="{FF2B5EF4-FFF2-40B4-BE49-F238E27FC236}">
                <a16:creationId xmlns:a16="http://schemas.microsoft.com/office/drawing/2014/main" id="{34462362-D3CC-528B-47EF-4B5067D9F626}"/>
              </a:ext>
            </a:extLst>
          </p:cNvPr>
          <p:cNvCxnSpPr>
            <a:cxnSpLocks/>
          </p:cNvCxnSpPr>
          <p:nvPr userDrawn="1"/>
        </p:nvCxnSpPr>
        <p:spPr>
          <a:xfrm flipH="1">
            <a:off x="8645344" y="4232054"/>
            <a:ext cx="1550020" cy="0"/>
          </a:xfrm>
          <a:prstGeom prst="line">
            <a:avLst/>
          </a:prstGeom>
          <a:ln w="57150">
            <a:solidFill>
              <a:srgbClr val="01A5E4"/>
            </a:solidFill>
          </a:ln>
        </p:spPr>
        <p:style>
          <a:lnRef idx="1">
            <a:schemeClr val="accent1"/>
          </a:lnRef>
          <a:fillRef idx="0">
            <a:schemeClr val="accent1"/>
          </a:fillRef>
          <a:effectRef idx="0">
            <a:schemeClr val="accent1"/>
          </a:effectRef>
          <a:fontRef idx="minor">
            <a:schemeClr val="tx1"/>
          </a:fontRef>
        </p:style>
      </p:cxnSp>
      <p:sp>
        <p:nvSpPr>
          <p:cNvPr id="5" name="Headline">
            <a:extLst>
              <a:ext uri="{FF2B5EF4-FFF2-40B4-BE49-F238E27FC236}">
                <a16:creationId xmlns:a16="http://schemas.microsoft.com/office/drawing/2014/main" id="{EE8E867E-ACA3-6DEE-2DA1-0D10303A794A}"/>
              </a:ext>
            </a:extLst>
          </p:cNvPr>
          <p:cNvSpPr>
            <a:spLocks noGrp="1"/>
          </p:cNvSpPr>
          <p:nvPr>
            <p:ph type="body" sz="quarter" idx="10" hasCustomPrompt="1"/>
          </p:nvPr>
        </p:nvSpPr>
        <p:spPr>
          <a:xfrm>
            <a:off x="692331" y="1874520"/>
            <a:ext cx="3844043" cy="3108960"/>
          </a:xfrm>
        </p:spPr>
        <p:txBody>
          <a:bodyPr anchor="ctr">
            <a:normAutofit/>
          </a:bodyPr>
          <a:lstStyle>
            <a:lvl1pPr marL="0" indent="0">
              <a:lnSpc>
                <a:spcPct val="100000"/>
              </a:lnSpc>
              <a:buNone/>
              <a:defRPr sz="3600" b="0" i="0">
                <a:solidFill>
                  <a:schemeClr val="tx1"/>
                </a:solidFill>
                <a:latin typeface="Open Sans SemiBold" pitchFamily="2" charset="0"/>
                <a:ea typeface="Open Sans SemiBold" pitchFamily="2" charset="0"/>
                <a:cs typeface="Open Sans SemiBold" pitchFamily="2" charset="0"/>
              </a:defRPr>
            </a:lvl1pPr>
          </a:lstStyle>
          <a:p>
            <a:pPr lvl="0"/>
            <a:r>
              <a:rPr lang="en-US" dirty="0"/>
              <a:t>Headline</a:t>
            </a:r>
          </a:p>
        </p:txBody>
      </p:sp>
    </p:spTree>
    <p:extLst>
      <p:ext uri="{BB962C8B-B14F-4D97-AF65-F5344CB8AC3E}">
        <p14:creationId xmlns:p14="http://schemas.microsoft.com/office/powerpoint/2010/main" val="16651412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old_statement_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B4B7EB2-2280-1DDD-3D64-E07F7C7221BE}"/>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Statement">
            <a:extLst>
              <a:ext uri="{FF2B5EF4-FFF2-40B4-BE49-F238E27FC236}">
                <a16:creationId xmlns:a16="http://schemas.microsoft.com/office/drawing/2014/main" id="{277041A1-76E2-0F6A-9738-92E69CD5A00A}"/>
              </a:ext>
            </a:extLst>
          </p:cNvPr>
          <p:cNvSpPr>
            <a:spLocks noGrp="1"/>
          </p:cNvSpPr>
          <p:nvPr>
            <p:ph type="body" sz="quarter" idx="10" hasCustomPrompt="1"/>
          </p:nvPr>
        </p:nvSpPr>
        <p:spPr>
          <a:xfrm>
            <a:off x="954550" y="2522948"/>
            <a:ext cx="10282901" cy="1812104"/>
          </a:xfrm>
        </p:spPr>
        <p:txBody>
          <a:bodyPr anchor="t">
            <a:noAutofit/>
          </a:bodyPr>
          <a:lstStyle>
            <a:lvl1pPr marL="0" indent="0" algn="ctr">
              <a:lnSpc>
                <a:spcPts val="4500"/>
              </a:lnSpc>
              <a:spcBef>
                <a:spcPts val="500"/>
              </a:spcBef>
              <a:buNone/>
              <a:defRPr sz="3400" b="1" i="0">
                <a:solidFill>
                  <a:schemeClr val="tx1"/>
                </a:solidFill>
                <a:latin typeface="Open Sans" pitchFamily="2" charset="0"/>
                <a:ea typeface="Open Sans" pitchFamily="2" charset="0"/>
                <a:cs typeface="Open Sans" pitchFamily="2" charset="0"/>
              </a:defRPr>
            </a:lvl1pPr>
          </a:lstStyle>
          <a:p>
            <a:pPr lvl="0"/>
            <a:r>
              <a:rPr lang="en-US" dirty="0"/>
              <a:t>Bold Statement</a:t>
            </a:r>
          </a:p>
          <a:p>
            <a:pPr lvl="0"/>
            <a:endParaRPr lang="en-US" dirty="0"/>
          </a:p>
          <a:p>
            <a:pPr lvl="0"/>
            <a:endParaRPr lang="en-US" dirty="0"/>
          </a:p>
        </p:txBody>
      </p:sp>
      <p:sp>
        <p:nvSpPr>
          <p:cNvPr id="5" name="Label">
            <a:extLst>
              <a:ext uri="{FF2B5EF4-FFF2-40B4-BE49-F238E27FC236}">
                <a16:creationId xmlns:a16="http://schemas.microsoft.com/office/drawing/2014/main" id="{1EBD543C-4900-262C-822B-9FC7382702D4}"/>
              </a:ext>
            </a:extLst>
          </p:cNvPr>
          <p:cNvSpPr>
            <a:spLocks noGrp="1"/>
          </p:cNvSpPr>
          <p:nvPr>
            <p:ph type="body" sz="quarter" idx="20" hasCustomPrompt="1"/>
          </p:nvPr>
        </p:nvSpPr>
        <p:spPr>
          <a:xfrm>
            <a:off x="3397457" y="2073228"/>
            <a:ext cx="5397086" cy="219075"/>
          </a:xfrm>
        </p:spPr>
        <p:txBody>
          <a:bodyPr anchor="ctr">
            <a:normAutofit/>
          </a:bodyPr>
          <a:lstStyle>
            <a:lvl1pPr marL="0" indent="0" algn="ctr">
              <a:lnSpc>
                <a:spcPct val="100000"/>
              </a:lnSpc>
              <a:buNone/>
              <a:defRPr sz="1100" b="1" i="0" spc="30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lvl="0"/>
            <a:r>
              <a:rPr lang="en-US" dirty="0"/>
              <a:t>LABEL</a:t>
            </a:r>
          </a:p>
        </p:txBody>
      </p:sp>
    </p:spTree>
    <p:extLst>
      <p:ext uri="{BB962C8B-B14F-4D97-AF65-F5344CB8AC3E}">
        <p14:creationId xmlns:p14="http://schemas.microsoft.com/office/powerpoint/2010/main" val="11748022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wot_analysis_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99F922B-E3EE-8BA6-6067-38E330225B54}"/>
              </a:ext>
            </a:extLst>
          </p:cNvPr>
          <p:cNvSpPr/>
          <p:nvPr userDrawn="1"/>
        </p:nvSpPr>
        <p:spPr>
          <a:xfrm>
            <a:off x="426651" y="2202048"/>
            <a:ext cx="5522923" cy="1669948"/>
          </a:xfrm>
          <a:prstGeom prst="rect">
            <a:avLst/>
          </a:prstGeom>
          <a:noFill/>
          <a:ln>
            <a:solidFill>
              <a:srgbClr val="BBBC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401D016D-38EC-615F-D165-0C460583C8D6}"/>
              </a:ext>
            </a:extLst>
          </p:cNvPr>
          <p:cNvGrpSpPr/>
          <p:nvPr userDrawn="1"/>
        </p:nvGrpSpPr>
        <p:grpSpPr>
          <a:xfrm>
            <a:off x="5083899" y="3002711"/>
            <a:ext cx="871019" cy="869285"/>
            <a:chOff x="5113813" y="2948728"/>
            <a:chExt cx="871019" cy="869285"/>
          </a:xfrm>
        </p:grpSpPr>
        <p:pic>
          <p:nvPicPr>
            <p:cNvPr id="12" name="Graphic 11">
              <a:extLst>
                <a:ext uri="{FF2B5EF4-FFF2-40B4-BE49-F238E27FC236}">
                  <a16:creationId xmlns:a16="http://schemas.microsoft.com/office/drawing/2014/main" id="{808A9469-B577-21F4-8ED8-80E437DFE88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113813" y="2948728"/>
              <a:ext cx="871019" cy="869285"/>
            </a:xfrm>
            <a:prstGeom prst="rect">
              <a:avLst/>
            </a:prstGeom>
          </p:spPr>
        </p:pic>
        <p:pic>
          <p:nvPicPr>
            <p:cNvPr id="13" name="Graphic 12">
              <a:extLst>
                <a:ext uri="{FF2B5EF4-FFF2-40B4-BE49-F238E27FC236}">
                  <a16:creationId xmlns:a16="http://schemas.microsoft.com/office/drawing/2014/main" id="{F1D9DC06-C7B8-70D1-6B64-6F5753E09FA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501770" y="3300185"/>
              <a:ext cx="347321" cy="344327"/>
            </a:xfrm>
            <a:prstGeom prst="rect">
              <a:avLst/>
            </a:prstGeom>
          </p:spPr>
        </p:pic>
      </p:grpSp>
      <p:grpSp>
        <p:nvGrpSpPr>
          <p:cNvPr id="14" name="Group 13">
            <a:extLst>
              <a:ext uri="{FF2B5EF4-FFF2-40B4-BE49-F238E27FC236}">
                <a16:creationId xmlns:a16="http://schemas.microsoft.com/office/drawing/2014/main" id="{B48D4E1E-E35B-4953-B4A8-CDC922E98505}"/>
              </a:ext>
            </a:extLst>
          </p:cNvPr>
          <p:cNvGrpSpPr/>
          <p:nvPr userDrawn="1"/>
        </p:nvGrpSpPr>
        <p:grpSpPr>
          <a:xfrm>
            <a:off x="6245863" y="3020066"/>
            <a:ext cx="869169" cy="860159"/>
            <a:chOff x="6208413" y="2948727"/>
            <a:chExt cx="869169" cy="860159"/>
          </a:xfrm>
        </p:grpSpPr>
        <p:pic>
          <p:nvPicPr>
            <p:cNvPr id="15" name="Graphic 14">
              <a:extLst>
                <a:ext uri="{FF2B5EF4-FFF2-40B4-BE49-F238E27FC236}">
                  <a16:creationId xmlns:a16="http://schemas.microsoft.com/office/drawing/2014/main" id="{679A591A-F788-C172-F1EB-836A7150130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flipH="1">
              <a:off x="6208413" y="2948727"/>
              <a:ext cx="869169" cy="860159"/>
            </a:xfrm>
            <a:prstGeom prst="rect">
              <a:avLst/>
            </a:prstGeom>
          </p:spPr>
        </p:pic>
        <p:pic>
          <p:nvPicPr>
            <p:cNvPr id="16" name="Graphic 15">
              <a:extLst>
                <a:ext uri="{FF2B5EF4-FFF2-40B4-BE49-F238E27FC236}">
                  <a16:creationId xmlns:a16="http://schemas.microsoft.com/office/drawing/2014/main" id="{7F4F5F70-1A9B-C112-CFEA-B44D3A4B094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404821" y="3299785"/>
              <a:ext cx="350381" cy="349688"/>
            </a:xfrm>
            <a:prstGeom prst="rect">
              <a:avLst/>
            </a:prstGeom>
          </p:spPr>
        </p:pic>
      </p:grpSp>
      <p:grpSp>
        <p:nvGrpSpPr>
          <p:cNvPr id="17" name="Group 16">
            <a:extLst>
              <a:ext uri="{FF2B5EF4-FFF2-40B4-BE49-F238E27FC236}">
                <a16:creationId xmlns:a16="http://schemas.microsoft.com/office/drawing/2014/main" id="{CB94CF50-AC34-D1CE-5426-391ECA3EEE45}"/>
              </a:ext>
            </a:extLst>
          </p:cNvPr>
          <p:cNvGrpSpPr/>
          <p:nvPr userDrawn="1"/>
        </p:nvGrpSpPr>
        <p:grpSpPr>
          <a:xfrm>
            <a:off x="5080405" y="4119605"/>
            <a:ext cx="869169" cy="860159"/>
            <a:chOff x="5113323" y="4057505"/>
            <a:chExt cx="869169" cy="860159"/>
          </a:xfrm>
        </p:grpSpPr>
        <p:pic>
          <p:nvPicPr>
            <p:cNvPr id="18" name="Graphic 17">
              <a:extLst>
                <a:ext uri="{FF2B5EF4-FFF2-40B4-BE49-F238E27FC236}">
                  <a16:creationId xmlns:a16="http://schemas.microsoft.com/office/drawing/2014/main" id="{FFFDB1F3-98F6-7BEB-4A41-F93828BE507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rot="10800000" flipH="1">
              <a:off x="5113323" y="4057505"/>
              <a:ext cx="869169" cy="860159"/>
            </a:xfrm>
            <a:prstGeom prst="rect">
              <a:avLst/>
            </a:prstGeom>
          </p:spPr>
        </p:pic>
        <p:pic>
          <p:nvPicPr>
            <p:cNvPr id="19" name="Graphic 18">
              <a:extLst>
                <a:ext uri="{FF2B5EF4-FFF2-40B4-BE49-F238E27FC236}">
                  <a16:creationId xmlns:a16="http://schemas.microsoft.com/office/drawing/2014/main" id="{969F2284-3B03-7F88-85DE-C5D1AD93281C}"/>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501371" y="4226048"/>
              <a:ext cx="350381" cy="349688"/>
            </a:xfrm>
            <a:prstGeom prst="rect">
              <a:avLst/>
            </a:prstGeom>
          </p:spPr>
        </p:pic>
      </p:grpSp>
      <p:grpSp>
        <p:nvGrpSpPr>
          <p:cNvPr id="20" name="Group 19">
            <a:extLst>
              <a:ext uri="{FF2B5EF4-FFF2-40B4-BE49-F238E27FC236}">
                <a16:creationId xmlns:a16="http://schemas.microsoft.com/office/drawing/2014/main" id="{F50213BF-637C-80CC-A7FF-7C8F7758FB46}"/>
              </a:ext>
            </a:extLst>
          </p:cNvPr>
          <p:cNvGrpSpPr/>
          <p:nvPr userDrawn="1"/>
        </p:nvGrpSpPr>
        <p:grpSpPr>
          <a:xfrm>
            <a:off x="6245863" y="4119606"/>
            <a:ext cx="866456" cy="860159"/>
            <a:chOff x="6208901" y="4057505"/>
            <a:chExt cx="866456" cy="860159"/>
          </a:xfrm>
        </p:grpSpPr>
        <p:pic>
          <p:nvPicPr>
            <p:cNvPr id="21" name="Graphic 20">
              <a:extLst>
                <a:ext uri="{FF2B5EF4-FFF2-40B4-BE49-F238E27FC236}">
                  <a16:creationId xmlns:a16="http://schemas.microsoft.com/office/drawing/2014/main" id="{75EF29AD-ABC2-FB26-4DE8-4E4893DAFE76}"/>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rot="10800000">
              <a:off x="6208901" y="4057505"/>
              <a:ext cx="866456" cy="860159"/>
            </a:xfrm>
            <a:prstGeom prst="rect">
              <a:avLst/>
            </a:prstGeom>
          </p:spPr>
        </p:pic>
        <p:pic>
          <p:nvPicPr>
            <p:cNvPr id="22" name="Graphic 21">
              <a:extLst>
                <a:ext uri="{FF2B5EF4-FFF2-40B4-BE49-F238E27FC236}">
                  <a16:creationId xmlns:a16="http://schemas.microsoft.com/office/drawing/2014/main" id="{BC7FF8C5-B9BA-E8D3-323E-C7C992A5DC82}"/>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386569" y="4207796"/>
              <a:ext cx="350381" cy="349688"/>
            </a:xfrm>
            <a:prstGeom prst="rect">
              <a:avLst/>
            </a:prstGeom>
          </p:spPr>
        </p:pic>
      </p:grpSp>
      <p:sp>
        <p:nvSpPr>
          <p:cNvPr id="23" name="TextBox 22">
            <a:extLst>
              <a:ext uri="{FF2B5EF4-FFF2-40B4-BE49-F238E27FC236}">
                <a16:creationId xmlns:a16="http://schemas.microsoft.com/office/drawing/2014/main" id="{C887FFC3-E0F6-0B24-4E69-B8F5684CB95D}"/>
              </a:ext>
            </a:extLst>
          </p:cNvPr>
          <p:cNvSpPr txBox="1"/>
          <p:nvPr userDrawn="1"/>
        </p:nvSpPr>
        <p:spPr>
          <a:xfrm>
            <a:off x="536712" y="2284960"/>
            <a:ext cx="2826717" cy="338554"/>
          </a:xfrm>
          <a:prstGeom prst="rect">
            <a:avLst/>
          </a:prstGeom>
          <a:noFill/>
        </p:spPr>
        <p:txBody>
          <a:bodyPr wrap="square" rtlCol="0">
            <a:spAutoFit/>
          </a:bodyPr>
          <a:lstStyle/>
          <a:p>
            <a:r>
              <a:rPr lang="en-US" sz="1600" b="1" i="0" dirty="0">
                <a:solidFill>
                  <a:srgbClr val="36C668"/>
                </a:solidFill>
                <a:latin typeface="Open Sans SemiBold" pitchFamily="2" charset="0"/>
                <a:ea typeface="Open Sans SemiBold" pitchFamily="2" charset="0"/>
                <a:cs typeface="Open Sans SemiBold" pitchFamily="2" charset="0"/>
              </a:rPr>
              <a:t>Strengths</a:t>
            </a:r>
          </a:p>
        </p:txBody>
      </p:sp>
      <p:sp>
        <p:nvSpPr>
          <p:cNvPr id="24" name="TextBox 23">
            <a:extLst>
              <a:ext uri="{FF2B5EF4-FFF2-40B4-BE49-F238E27FC236}">
                <a16:creationId xmlns:a16="http://schemas.microsoft.com/office/drawing/2014/main" id="{11E97760-C348-AE2D-C67B-8F9B77207BED}"/>
              </a:ext>
            </a:extLst>
          </p:cNvPr>
          <p:cNvSpPr txBox="1"/>
          <p:nvPr userDrawn="1"/>
        </p:nvSpPr>
        <p:spPr>
          <a:xfrm>
            <a:off x="7057235" y="2278769"/>
            <a:ext cx="2826717" cy="338554"/>
          </a:xfrm>
          <a:prstGeom prst="rect">
            <a:avLst/>
          </a:prstGeom>
          <a:noFill/>
        </p:spPr>
        <p:txBody>
          <a:bodyPr wrap="square" rtlCol="0">
            <a:spAutoFit/>
          </a:bodyPr>
          <a:lstStyle/>
          <a:p>
            <a:r>
              <a:rPr lang="en-US" sz="1600" b="1" i="0" dirty="0">
                <a:solidFill>
                  <a:srgbClr val="FFB940"/>
                </a:solidFill>
                <a:latin typeface="Open Sans SemiBold" pitchFamily="2" charset="0"/>
                <a:ea typeface="Open Sans SemiBold" pitchFamily="2" charset="0"/>
                <a:cs typeface="Open Sans SemiBold" pitchFamily="2" charset="0"/>
              </a:rPr>
              <a:t>Weaknesses</a:t>
            </a:r>
          </a:p>
        </p:txBody>
      </p:sp>
      <p:sp>
        <p:nvSpPr>
          <p:cNvPr id="25" name="TextBox 24">
            <a:extLst>
              <a:ext uri="{FF2B5EF4-FFF2-40B4-BE49-F238E27FC236}">
                <a16:creationId xmlns:a16="http://schemas.microsoft.com/office/drawing/2014/main" id="{6BD9F1B8-ABD3-931C-AE23-14B62116C6F4}"/>
              </a:ext>
            </a:extLst>
          </p:cNvPr>
          <p:cNvSpPr txBox="1"/>
          <p:nvPr userDrawn="1"/>
        </p:nvSpPr>
        <p:spPr>
          <a:xfrm>
            <a:off x="536711" y="4211131"/>
            <a:ext cx="2826717" cy="338554"/>
          </a:xfrm>
          <a:prstGeom prst="rect">
            <a:avLst/>
          </a:prstGeom>
          <a:noFill/>
        </p:spPr>
        <p:txBody>
          <a:bodyPr wrap="square" rtlCol="0">
            <a:spAutoFit/>
          </a:bodyPr>
          <a:lstStyle/>
          <a:p>
            <a:r>
              <a:rPr lang="en-US" sz="1600" b="1" i="0" dirty="0">
                <a:solidFill>
                  <a:srgbClr val="40BEFF"/>
                </a:solidFill>
                <a:latin typeface="Open Sans SemiBold" pitchFamily="2" charset="0"/>
                <a:ea typeface="Open Sans SemiBold" pitchFamily="2" charset="0"/>
                <a:cs typeface="Open Sans SemiBold" pitchFamily="2" charset="0"/>
              </a:rPr>
              <a:t>Opportunities</a:t>
            </a:r>
          </a:p>
        </p:txBody>
      </p:sp>
      <p:sp>
        <p:nvSpPr>
          <p:cNvPr id="26" name="TextBox 25">
            <a:extLst>
              <a:ext uri="{FF2B5EF4-FFF2-40B4-BE49-F238E27FC236}">
                <a16:creationId xmlns:a16="http://schemas.microsoft.com/office/drawing/2014/main" id="{9F38BE02-DDE7-4C52-C8B9-08D41AED8480}"/>
              </a:ext>
            </a:extLst>
          </p:cNvPr>
          <p:cNvSpPr txBox="1"/>
          <p:nvPr userDrawn="1"/>
        </p:nvSpPr>
        <p:spPr>
          <a:xfrm>
            <a:off x="7057234" y="4211131"/>
            <a:ext cx="2826717" cy="338554"/>
          </a:xfrm>
          <a:prstGeom prst="rect">
            <a:avLst/>
          </a:prstGeom>
          <a:noFill/>
        </p:spPr>
        <p:txBody>
          <a:bodyPr wrap="square" rtlCol="0">
            <a:spAutoFit/>
          </a:bodyPr>
          <a:lstStyle/>
          <a:p>
            <a:r>
              <a:rPr lang="en-US" sz="1600" b="1" i="0" dirty="0">
                <a:solidFill>
                  <a:srgbClr val="FE6F5E"/>
                </a:solidFill>
                <a:latin typeface="Open Sans SemiBold" pitchFamily="2" charset="0"/>
                <a:ea typeface="Open Sans SemiBold" pitchFamily="2" charset="0"/>
                <a:cs typeface="Open Sans SemiBold" pitchFamily="2" charset="0"/>
              </a:rPr>
              <a:t>Threats</a:t>
            </a:r>
          </a:p>
        </p:txBody>
      </p:sp>
      <p:sp>
        <p:nvSpPr>
          <p:cNvPr id="36" name="Weaknesses">
            <a:extLst>
              <a:ext uri="{FF2B5EF4-FFF2-40B4-BE49-F238E27FC236}">
                <a16:creationId xmlns:a16="http://schemas.microsoft.com/office/drawing/2014/main" id="{B5C3F195-D705-C021-C473-5496D80A64D4}"/>
              </a:ext>
            </a:extLst>
          </p:cNvPr>
          <p:cNvSpPr>
            <a:spLocks noGrp="1"/>
          </p:cNvSpPr>
          <p:nvPr>
            <p:ph type="body" sz="quarter" idx="24" hasCustomPrompt="1"/>
          </p:nvPr>
        </p:nvSpPr>
        <p:spPr>
          <a:xfrm>
            <a:off x="7041524" y="2659491"/>
            <a:ext cx="4547007" cy="1051795"/>
          </a:xfrm>
        </p:spPr>
        <p:txBody>
          <a:bodyPr>
            <a:normAutofit/>
          </a:bodyPr>
          <a:lstStyle>
            <a:lvl1pPr marL="171450" indent="-171450">
              <a:lnSpc>
                <a:spcPct val="100000"/>
              </a:lnSpc>
              <a:buFont typeface="Arial" panose="020B0604020202020204" pitchFamily="34" charset="0"/>
              <a:buChar char="•"/>
              <a:defRPr sz="1200" b="1" i="0">
                <a:solidFill>
                  <a:schemeClr val="tx1"/>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Weaknesses</a:t>
            </a:r>
          </a:p>
        </p:txBody>
      </p:sp>
      <p:sp>
        <p:nvSpPr>
          <p:cNvPr id="37" name="Opportunities">
            <a:extLst>
              <a:ext uri="{FF2B5EF4-FFF2-40B4-BE49-F238E27FC236}">
                <a16:creationId xmlns:a16="http://schemas.microsoft.com/office/drawing/2014/main" id="{FFE12F83-CB2E-0B83-ACE4-E874AF1D9C4A}"/>
              </a:ext>
            </a:extLst>
          </p:cNvPr>
          <p:cNvSpPr>
            <a:spLocks noGrp="1"/>
          </p:cNvSpPr>
          <p:nvPr>
            <p:ph type="body" sz="quarter" idx="26" hasCustomPrompt="1"/>
          </p:nvPr>
        </p:nvSpPr>
        <p:spPr>
          <a:xfrm>
            <a:off x="543844" y="4633054"/>
            <a:ext cx="4623204" cy="1051795"/>
          </a:xfrm>
        </p:spPr>
        <p:txBody>
          <a:bodyPr>
            <a:normAutofit/>
          </a:bodyPr>
          <a:lstStyle>
            <a:lvl1pPr marL="171450" indent="-171450">
              <a:lnSpc>
                <a:spcPct val="100000"/>
              </a:lnSpc>
              <a:buFont typeface="Arial" panose="020B0604020202020204" pitchFamily="34" charset="0"/>
              <a:buChar char="•"/>
              <a:defRPr sz="1200" b="1" i="0">
                <a:solidFill>
                  <a:schemeClr val="tx1"/>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Opportunities</a:t>
            </a:r>
          </a:p>
        </p:txBody>
      </p:sp>
      <p:sp>
        <p:nvSpPr>
          <p:cNvPr id="38" name="Threats">
            <a:extLst>
              <a:ext uri="{FF2B5EF4-FFF2-40B4-BE49-F238E27FC236}">
                <a16:creationId xmlns:a16="http://schemas.microsoft.com/office/drawing/2014/main" id="{501D33CA-1C57-21B0-2569-318E3C2EC44C}"/>
              </a:ext>
            </a:extLst>
          </p:cNvPr>
          <p:cNvSpPr>
            <a:spLocks noGrp="1"/>
          </p:cNvSpPr>
          <p:nvPr>
            <p:ph type="body" sz="quarter" idx="28" hasCustomPrompt="1"/>
          </p:nvPr>
        </p:nvSpPr>
        <p:spPr>
          <a:xfrm>
            <a:off x="7035201" y="4633054"/>
            <a:ext cx="4547007" cy="1051795"/>
          </a:xfrm>
        </p:spPr>
        <p:txBody>
          <a:bodyPr>
            <a:normAutofit/>
          </a:bodyPr>
          <a:lstStyle>
            <a:lvl1pPr marL="171450" indent="-171450">
              <a:lnSpc>
                <a:spcPct val="100000"/>
              </a:lnSpc>
              <a:buFont typeface="Arial" panose="020B0604020202020204" pitchFamily="34" charset="0"/>
              <a:buChar char="•"/>
              <a:defRPr sz="1200" b="1" i="0">
                <a:solidFill>
                  <a:schemeClr val="tx1"/>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Threats</a:t>
            </a:r>
          </a:p>
        </p:txBody>
      </p:sp>
      <p:sp>
        <p:nvSpPr>
          <p:cNvPr id="35" name="Strengths">
            <a:extLst>
              <a:ext uri="{FF2B5EF4-FFF2-40B4-BE49-F238E27FC236}">
                <a16:creationId xmlns:a16="http://schemas.microsoft.com/office/drawing/2014/main" id="{E2E96850-7C57-74B0-E935-E2CE504782E7}"/>
              </a:ext>
            </a:extLst>
          </p:cNvPr>
          <p:cNvSpPr>
            <a:spLocks noGrp="1"/>
          </p:cNvSpPr>
          <p:nvPr>
            <p:ph type="body" sz="quarter" idx="22" hasCustomPrompt="1"/>
          </p:nvPr>
        </p:nvSpPr>
        <p:spPr>
          <a:xfrm>
            <a:off x="543844" y="2682390"/>
            <a:ext cx="4605631" cy="1051795"/>
          </a:xfrm>
        </p:spPr>
        <p:txBody>
          <a:bodyPr>
            <a:normAutofit/>
          </a:bodyPr>
          <a:lstStyle>
            <a:lvl1pPr marL="171450" indent="-171450">
              <a:lnSpc>
                <a:spcPct val="100000"/>
              </a:lnSpc>
              <a:buFont typeface="Arial" panose="020B0604020202020204" pitchFamily="34" charset="0"/>
              <a:buChar char="•"/>
              <a:defRPr sz="1200" b="1" i="0">
                <a:solidFill>
                  <a:schemeClr val="tx1"/>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Strengths</a:t>
            </a:r>
          </a:p>
        </p:txBody>
      </p:sp>
      <p:sp>
        <p:nvSpPr>
          <p:cNvPr id="2" name="Slide Subtitle">
            <a:extLst>
              <a:ext uri="{FF2B5EF4-FFF2-40B4-BE49-F238E27FC236}">
                <a16:creationId xmlns:a16="http://schemas.microsoft.com/office/drawing/2014/main" id="{48B48A87-B011-33C9-1ADD-5B184DCF5700}"/>
              </a:ext>
            </a:extLst>
          </p:cNvPr>
          <p:cNvSpPr>
            <a:spLocks noGrp="1"/>
          </p:cNvSpPr>
          <p:nvPr>
            <p:ph type="body" sz="quarter" idx="30" hasCustomPrompt="1"/>
          </p:nvPr>
        </p:nvSpPr>
        <p:spPr>
          <a:xfrm>
            <a:off x="457200" y="685800"/>
            <a:ext cx="11274552" cy="758952"/>
          </a:xfrm>
        </p:spPr>
        <p:txBody>
          <a:bodyPr>
            <a:normAutofit/>
          </a:bodyPr>
          <a:lstStyle>
            <a:lvl1pPr marL="0" indent="0">
              <a:lnSpc>
                <a:spcPct val="100000"/>
              </a:lnSpc>
              <a:buNone/>
              <a:defRPr sz="1600" b="0" i="0">
                <a:solidFill>
                  <a:srgbClr val="53565A"/>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Slide Subtitle</a:t>
            </a:r>
          </a:p>
        </p:txBody>
      </p:sp>
      <p:sp>
        <p:nvSpPr>
          <p:cNvPr id="27" name="Slide Title">
            <a:extLst>
              <a:ext uri="{FF2B5EF4-FFF2-40B4-BE49-F238E27FC236}">
                <a16:creationId xmlns:a16="http://schemas.microsoft.com/office/drawing/2014/main" id="{80E48D40-AB89-86A8-FF8A-75B8E3BB4F4F}"/>
              </a:ext>
            </a:extLst>
          </p:cNvPr>
          <p:cNvSpPr>
            <a:spLocks noGrp="1"/>
          </p:cNvSpPr>
          <p:nvPr>
            <p:ph type="body" sz="quarter" idx="10" hasCustomPrompt="1"/>
          </p:nvPr>
        </p:nvSpPr>
        <p:spPr>
          <a:xfrm>
            <a:off x="457200" y="347472"/>
            <a:ext cx="11274552" cy="338328"/>
          </a:xfrm>
        </p:spPr>
        <p:txBody>
          <a:bodyPr anchor="ctr">
            <a:normAutofit/>
          </a:bodyPr>
          <a:lstStyle>
            <a:lvl1pPr marL="0" indent="0">
              <a:lnSpc>
                <a:spcPct val="100000"/>
              </a:lnSpc>
              <a:buNone/>
              <a:defRPr sz="21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Slide Title</a:t>
            </a:r>
          </a:p>
        </p:txBody>
      </p:sp>
      <p:sp>
        <p:nvSpPr>
          <p:cNvPr id="6" name="Rectangle 5">
            <a:extLst>
              <a:ext uri="{FF2B5EF4-FFF2-40B4-BE49-F238E27FC236}">
                <a16:creationId xmlns:a16="http://schemas.microsoft.com/office/drawing/2014/main" id="{FE92BE29-BA35-4D02-DEF2-6FDAB63E1E98}"/>
              </a:ext>
            </a:extLst>
          </p:cNvPr>
          <p:cNvSpPr/>
          <p:nvPr userDrawn="1"/>
        </p:nvSpPr>
        <p:spPr>
          <a:xfrm>
            <a:off x="423216" y="4113009"/>
            <a:ext cx="5522923" cy="1669948"/>
          </a:xfrm>
          <a:prstGeom prst="rect">
            <a:avLst/>
          </a:prstGeom>
          <a:noFill/>
          <a:ln>
            <a:solidFill>
              <a:srgbClr val="BBBC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3790AB6-0101-A479-513B-61247BA5C8F2}"/>
              </a:ext>
            </a:extLst>
          </p:cNvPr>
          <p:cNvSpPr/>
          <p:nvPr userDrawn="1"/>
        </p:nvSpPr>
        <p:spPr>
          <a:xfrm>
            <a:off x="6242426" y="2212573"/>
            <a:ext cx="5522923" cy="1669948"/>
          </a:xfrm>
          <a:prstGeom prst="rect">
            <a:avLst/>
          </a:prstGeom>
          <a:noFill/>
          <a:ln>
            <a:solidFill>
              <a:srgbClr val="BBBC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400918E-4406-E53D-D0D5-1763A7952BF2}"/>
              </a:ext>
            </a:extLst>
          </p:cNvPr>
          <p:cNvSpPr/>
          <p:nvPr userDrawn="1"/>
        </p:nvSpPr>
        <p:spPr>
          <a:xfrm>
            <a:off x="6249297" y="4119605"/>
            <a:ext cx="5522923" cy="1669948"/>
          </a:xfrm>
          <a:prstGeom prst="rect">
            <a:avLst/>
          </a:prstGeom>
          <a:noFill/>
          <a:ln>
            <a:solidFill>
              <a:srgbClr val="BBBC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03323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meline_slide">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639C6DA3-A60E-37C8-9F40-0E26D984F29E}"/>
              </a:ext>
            </a:extLst>
          </p:cNvPr>
          <p:cNvGraphicFramePr>
            <a:graphicFrameLocks noGrp="1"/>
          </p:cNvGraphicFramePr>
          <p:nvPr userDrawn="1">
            <p:extLst>
              <p:ext uri="{D42A27DB-BD31-4B8C-83A1-F6EECF244321}">
                <p14:modId xmlns:p14="http://schemas.microsoft.com/office/powerpoint/2010/main" val="818616732"/>
              </p:ext>
            </p:extLst>
          </p:nvPr>
        </p:nvGraphicFramePr>
        <p:xfrm>
          <a:off x="579111" y="1643793"/>
          <a:ext cx="11429952" cy="4813218"/>
        </p:xfrm>
        <a:graphic>
          <a:graphicData uri="http://schemas.openxmlformats.org/drawingml/2006/table">
            <a:tbl>
              <a:tblPr firstRow="1" bandRow="1">
                <a:tableStyleId>{5C22544A-7EE6-4342-B048-85BDC9FD1C3A}</a:tableStyleId>
              </a:tblPr>
              <a:tblGrid>
                <a:gridCol w="952496">
                  <a:extLst>
                    <a:ext uri="{9D8B030D-6E8A-4147-A177-3AD203B41FA5}">
                      <a16:colId xmlns:a16="http://schemas.microsoft.com/office/drawing/2014/main" val="3855107687"/>
                    </a:ext>
                  </a:extLst>
                </a:gridCol>
                <a:gridCol w="952496">
                  <a:extLst>
                    <a:ext uri="{9D8B030D-6E8A-4147-A177-3AD203B41FA5}">
                      <a16:colId xmlns:a16="http://schemas.microsoft.com/office/drawing/2014/main" val="3860634226"/>
                    </a:ext>
                  </a:extLst>
                </a:gridCol>
                <a:gridCol w="952496">
                  <a:extLst>
                    <a:ext uri="{9D8B030D-6E8A-4147-A177-3AD203B41FA5}">
                      <a16:colId xmlns:a16="http://schemas.microsoft.com/office/drawing/2014/main" val="2812469622"/>
                    </a:ext>
                  </a:extLst>
                </a:gridCol>
                <a:gridCol w="952496">
                  <a:extLst>
                    <a:ext uri="{9D8B030D-6E8A-4147-A177-3AD203B41FA5}">
                      <a16:colId xmlns:a16="http://schemas.microsoft.com/office/drawing/2014/main" val="2622132286"/>
                    </a:ext>
                  </a:extLst>
                </a:gridCol>
                <a:gridCol w="952496">
                  <a:extLst>
                    <a:ext uri="{9D8B030D-6E8A-4147-A177-3AD203B41FA5}">
                      <a16:colId xmlns:a16="http://schemas.microsoft.com/office/drawing/2014/main" val="1090757413"/>
                    </a:ext>
                  </a:extLst>
                </a:gridCol>
                <a:gridCol w="952496">
                  <a:extLst>
                    <a:ext uri="{9D8B030D-6E8A-4147-A177-3AD203B41FA5}">
                      <a16:colId xmlns:a16="http://schemas.microsoft.com/office/drawing/2014/main" val="3451905586"/>
                    </a:ext>
                  </a:extLst>
                </a:gridCol>
                <a:gridCol w="952496">
                  <a:extLst>
                    <a:ext uri="{9D8B030D-6E8A-4147-A177-3AD203B41FA5}">
                      <a16:colId xmlns:a16="http://schemas.microsoft.com/office/drawing/2014/main" val="1267251882"/>
                    </a:ext>
                  </a:extLst>
                </a:gridCol>
                <a:gridCol w="952496">
                  <a:extLst>
                    <a:ext uri="{9D8B030D-6E8A-4147-A177-3AD203B41FA5}">
                      <a16:colId xmlns:a16="http://schemas.microsoft.com/office/drawing/2014/main" val="627305058"/>
                    </a:ext>
                  </a:extLst>
                </a:gridCol>
                <a:gridCol w="952496">
                  <a:extLst>
                    <a:ext uri="{9D8B030D-6E8A-4147-A177-3AD203B41FA5}">
                      <a16:colId xmlns:a16="http://schemas.microsoft.com/office/drawing/2014/main" val="1435547075"/>
                    </a:ext>
                  </a:extLst>
                </a:gridCol>
                <a:gridCol w="952496">
                  <a:extLst>
                    <a:ext uri="{9D8B030D-6E8A-4147-A177-3AD203B41FA5}">
                      <a16:colId xmlns:a16="http://schemas.microsoft.com/office/drawing/2014/main" val="1126466935"/>
                    </a:ext>
                  </a:extLst>
                </a:gridCol>
                <a:gridCol w="952496">
                  <a:extLst>
                    <a:ext uri="{9D8B030D-6E8A-4147-A177-3AD203B41FA5}">
                      <a16:colId xmlns:a16="http://schemas.microsoft.com/office/drawing/2014/main" val="2960470456"/>
                    </a:ext>
                  </a:extLst>
                </a:gridCol>
                <a:gridCol w="952496">
                  <a:extLst>
                    <a:ext uri="{9D8B030D-6E8A-4147-A177-3AD203B41FA5}">
                      <a16:colId xmlns:a16="http://schemas.microsoft.com/office/drawing/2014/main" val="91418633"/>
                    </a:ext>
                  </a:extLst>
                </a:gridCol>
              </a:tblGrid>
              <a:tr h="351112">
                <a:tc>
                  <a:txBody>
                    <a:bodyPr/>
                    <a:lstStyle/>
                    <a:p>
                      <a:endParaRPr lang="en-US"/>
                    </a:p>
                  </a:txBody>
                  <a:tcPr>
                    <a:solidFill>
                      <a:srgbClr val="036A37"/>
                    </a:solidFill>
                  </a:tcPr>
                </a:tc>
                <a:tc>
                  <a:txBody>
                    <a:bodyPr/>
                    <a:lstStyle/>
                    <a:p>
                      <a:endParaRPr lang="en-US"/>
                    </a:p>
                  </a:txBody>
                  <a:tcPr>
                    <a:solidFill>
                      <a:srgbClr val="036A37"/>
                    </a:solidFill>
                  </a:tcPr>
                </a:tc>
                <a:tc>
                  <a:txBody>
                    <a:bodyPr/>
                    <a:lstStyle/>
                    <a:p>
                      <a:endParaRPr lang="en-US"/>
                    </a:p>
                  </a:txBody>
                  <a:tcPr>
                    <a:solidFill>
                      <a:srgbClr val="036A37"/>
                    </a:solidFill>
                  </a:tcPr>
                </a:tc>
                <a:tc>
                  <a:txBody>
                    <a:bodyPr/>
                    <a:lstStyle/>
                    <a:p>
                      <a:endParaRPr lang="en-US"/>
                    </a:p>
                  </a:txBody>
                  <a:tcPr>
                    <a:solidFill>
                      <a:srgbClr val="036A37"/>
                    </a:solidFill>
                  </a:tcPr>
                </a:tc>
                <a:tc>
                  <a:txBody>
                    <a:bodyPr/>
                    <a:lstStyle/>
                    <a:p>
                      <a:endParaRPr lang="en-US"/>
                    </a:p>
                  </a:txBody>
                  <a:tcPr>
                    <a:solidFill>
                      <a:srgbClr val="036A37"/>
                    </a:solidFill>
                  </a:tcPr>
                </a:tc>
                <a:tc>
                  <a:txBody>
                    <a:bodyPr/>
                    <a:lstStyle/>
                    <a:p>
                      <a:endParaRPr lang="en-US"/>
                    </a:p>
                  </a:txBody>
                  <a:tcPr>
                    <a:solidFill>
                      <a:srgbClr val="036A37"/>
                    </a:solidFill>
                  </a:tcPr>
                </a:tc>
                <a:tc>
                  <a:txBody>
                    <a:bodyPr/>
                    <a:lstStyle/>
                    <a:p>
                      <a:endParaRPr lang="en-US"/>
                    </a:p>
                  </a:txBody>
                  <a:tcPr>
                    <a:solidFill>
                      <a:srgbClr val="036A37"/>
                    </a:solidFill>
                  </a:tcPr>
                </a:tc>
                <a:tc>
                  <a:txBody>
                    <a:bodyPr/>
                    <a:lstStyle/>
                    <a:p>
                      <a:endParaRPr lang="en-US"/>
                    </a:p>
                  </a:txBody>
                  <a:tcPr>
                    <a:solidFill>
                      <a:srgbClr val="036A37"/>
                    </a:solidFill>
                  </a:tcPr>
                </a:tc>
                <a:tc>
                  <a:txBody>
                    <a:bodyPr/>
                    <a:lstStyle/>
                    <a:p>
                      <a:endParaRPr lang="en-US"/>
                    </a:p>
                  </a:txBody>
                  <a:tcPr>
                    <a:solidFill>
                      <a:srgbClr val="036A37"/>
                    </a:solidFill>
                  </a:tcPr>
                </a:tc>
                <a:tc>
                  <a:txBody>
                    <a:bodyPr/>
                    <a:lstStyle/>
                    <a:p>
                      <a:endParaRPr lang="en-US"/>
                    </a:p>
                  </a:txBody>
                  <a:tcPr>
                    <a:solidFill>
                      <a:srgbClr val="036A37"/>
                    </a:solidFill>
                  </a:tcPr>
                </a:tc>
                <a:tc>
                  <a:txBody>
                    <a:bodyPr/>
                    <a:lstStyle/>
                    <a:p>
                      <a:endParaRPr lang="en-US"/>
                    </a:p>
                  </a:txBody>
                  <a:tcPr>
                    <a:solidFill>
                      <a:srgbClr val="036A37"/>
                    </a:solidFill>
                  </a:tcPr>
                </a:tc>
                <a:tc>
                  <a:txBody>
                    <a:bodyPr/>
                    <a:lstStyle/>
                    <a:p>
                      <a:endParaRPr lang="en-US"/>
                    </a:p>
                  </a:txBody>
                  <a:tcPr>
                    <a:solidFill>
                      <a:srgbClr val="036A37"/>
                    </a:solidFill>
                  </a:tcPr>
                </a:tc>
                <a:extLst>
                  <a:ext uri="{0D108BD9-81ED-4DB2-BD59-A6C34878D82A}">
                    <a16:rowId xmlns:a16="http://schemas.microsoft.com/office/drawing/2014/main" val="2233942211"/>
                  </a:ext>
                </a:extLst>
              </a:tr>
              <a:tr h="1482486">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dirty="0"/>
                    </a:p>
                  </a:txBody>
                  <a:tcPr>
                    <a:noFill/>
                  </a:tcPr>
                </a:tc>
                <a:extLst>
                  <a:ext uri="{0D108BD9-81ED-4DB2-BD59-A6C34878D82A}">
                    <a16:rowId xmlns:a16="http://schemas.microsoft.com/office/drawing/2014/main" val="3623563863"/>
                  </a:ext>
                </a:extLst>
              </a:tr>
              <a:tr h="1482486">
                <a:tc>
                  <a:txBody>
                    <a:bodyPr/>
                    <a:lstStyle/>
                    <a:p>
                      <a:endParaRPr lang="en-US" dirty="0"/>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dirty="0"/>
                    </a:p>
                  </a:txBody>
                  <a:tcPr>
                    <a:noFill/>
                  </a:tcPr>
                </a:tc>
                <a:extLst>
                  <a:ext uri="{0D108BD9-81ED-4DB2-BD59-A6C34878D82A}">
                    <a16:rowId xmlns:a16="http://schemas.microsoft.com/office/drawing/2014/main" val="2982365295"/>
                  </a:ext>
                </a:extLst>
              </a:tr>
              <a:tr h="1482486">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dirty="0"/>
                    </a:p>
                  </a:txBody>
                  <a:tcPr>
                    <a:noFill/>
                  </a:tcPr>
                </a:tc>
                <a:extLst>
                  <a:ext uri="{0D108BD9-81ED-4DB2-BD59-A6C34878D82A}">
                    <a16:rowId xmlns:a16="http://schemas.microsoft.com/office/drawing/2014/main" val="3009809612"/>
                  </a:ext>
                </a:extLst>
              </a:tr>
            </a:tbl>
          </a:graphicData>
        </a:graphic>
      </p:graphicFrame>
      <p:sp>
        <p:nvSpPr>
          <p:cNvPr id="8" name="Text Placeholder 10">
            <a:extLst>
              <a:ext uri="{FF2B5EF4-FFF2-40B4-BE49-F238E27FC236}">
                <a16:creationId xmlns:a16="http://schemas.microsoft.com/office/drawing/2014/main" id="{E8BF610A-2A96-3FD3-8C13-824A3F00EBA4}"/>
              </a:ext>
            </a:extLst>
          </p:cNvPr>
          <p:cNvSpPr>
            <a:spLocks noGrp="1"/>
          </p:cNvSpPr>
          <p:nvPr>
            <p:ph type="body" sz="quarter" idx="23" hasCustomPrompt="1"/>
          </p:nvPr>
        </p:nvSpPr>
        <p:spPr>
          <a:xfrm>
            <a:off x="601332" y="1666875"/>
            <a:ext cx="920750" cy="314325"/>
          </a:xfrm>
        </p:spPr>
        <p:txBody>
          <a:bodyPr anchor="ctr">
            <a:normAutofit/>
          </a:bodyPr>
          <a:lstStyle>
            <a:lvl1pPr marL="0" indent="0" algn="ctr">
              <a:lnSpc>
                <a:spcPct val="100000"/>
              </a:lnSpc>
              <a:buNone/>
              <a:defRPr sz="10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Week 1</a:t>
            </a:r>
          </a:p>
        </p:txBody>
      </p:sp>
      <p:sp>
        <p:nvSpPr>
          <p:cNvPr id="9" name="Text Placeholder 10">
            <a:extLst>
              <a:ext uri="{FF2B5EF4-FFF2-40B4-BE49-F238E27FC236}">
                <a16:creationId xmlns:a16="http://schemas.microsoft.com/office/drawing/2014/main" id="{74629880-3565-3FB0-A433-4E26E6B66D67}"/>
              </a:ext>
            </a:extLst>
          </p:cNvPr>
          <p:cNvSpPr>
            <a:spLocks noGrp="1"/>
          </p:cNvSpPr>
          <p:nvPr>
            <p:ph type="body" sz="quarter" idx="24" hasCustomPrompt="1"/>
          </p:nvPr>
        </p:nvSpPr>
        <p:spPr>
          <a:xfrm>
            <a:off x="1547478" y="1666875"/>
            <a:ext cx="920750" cy="314325"/>
          </a:xfrm>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Week 2</a:t>
            </a:r>
          </a:p>
        </p:txBody>
      </p:sp>
      <p:sp>
        <p:nvSpPr>
          <p:cNvPr id="10" name="Text Placeholder 10">
            <a:extLst>
              <a:ext uri="{FF2B5EF4-FFF2-40B4-BE49-F238E27FC236}">
                <a16:creationId xmlns:a16="http://schemas.microsoft.com/office/drawing/2014/main" id="{BDAEED1C-E162-9292-5B17-2D1A3A1E721E}"/>
              </a:ext>
            </a:extLst>
          </p:cNvPr>
          <p:cNvSpPr>
            <a:spLocks noGrp="1"/>
          </p:cNvSpPr>
          <p:nvPr>
            <p:ph type="body" sz="quarter" idx="25" hasCustomPrompt="1"/>
          </p:nvPr>
        </p:nvSpPr>
        <p:spPr>
          <a:xfrm>
            <a:off x="2499974" y="1666875"/>
            <a:ext cx="920750" cy="314325"/>
          </a:xfrm>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Week 3</a:t>
            </a:r>
          </a:p>
        </p:txBody>
      </p:sp>
      <p:sp>
        <p:nvSpPr>
          <p:cNvPr id="11" name="Text Placeholder 10">
            <a:extLst>
              <a:ext uri="{FF2B5EF4-FFF2-40B4-BE49-F238E27FC236}">
                <a16:creationId xmlns:a16="http://schemas.microsoft.com/office/drawing/2014/main" id="{2E8BBBB4-1AE8-1B9E-0C40-5CDE12392F3C}"/>
              </a:ext>
            </a:extLst>
          </p:cNvPr>
          <p:cNvSpPr>
            <a:spLocks noGrp="1"/>
          </p:cNvSpPr>
          <p:nvPr>
            <p:ph type="body" sz="quarter" idx="26" hasCustomPrompt="1"/>
          </p:nvPr>
        </p:nvSpPr>
        <p:spPr>
          <a:xfrm>
            <a:off x="3452470" y="1666874"/>
            <a:ext cx="920750" cy="314325"/>
          </a:xfrm>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Week 4</a:t>
            </a:r>
          </a:p>
        </p:txBody>
      </p:sp>
      <p:sp>
        <p:nvSpPr>
          <p:cNvPr id="12" name="Text Placeholder 10">
            <a:extLst>
              <a:ext uri="{FF2B5EF4-FFF2-40B4-BE49-F238E27FC236}">
                <a16:creationId xmlns:a16="http://schemas.microsoft.com/office/drawing/2014/main" id="{3CD816EB-AA99-60D2-C477-67D2D1BB8073}"/>
              </a:ext>
            </a:extLst>
          </p:cNvPr>
          <p:cNvSpPr>
            <a:spLocks noGrp="1"/>
          </p:cNvSpPr>
          <p:nvPr>
            <p:ph type="body" sz="quarter" idx="27" hasCustomPrompt="1"/>
          </p:nvPr>
        </p:nvSpPr>
        <p:spPr>
          <a:xfrm>
            <a:off x="4405600" y="1671635"/>
            <a:ext cx="920750" cy="314325"/>
          </a:xfrm>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Week 5</a:t>
            </a:r>
          </a:p>
        </p:txBody>
      </p:sp>
      <p:sp>
        <p:nvSpPr>
          <p:cNvPr id="13" name="Text Placeholder 10">
            <a:extLst>
              <a:ext uri="{FF2B5EF4-FFF2-40B4-BE49-F238E27FC236}">
                <a16:creationId xmlns:a16="http://schemas.microsoft.com/office/drawing/2014/main" id="{16A239D7-D2BD-D2F2-6070-EA17893AF629}"/>
              </a:ext>
            </a:extLst>
          </p:cNvPr>
          <p:cNvSpPr>
            <a:spLocks noGrp="1"/>
          </p:cNvSpPr>
          <p:nvPr>
            <p:ph type="body" sz="quarter" idx="28" hasCustomPrompt="1"/>
          </p:nvPr>
        </p:nvSpPr>
        <p:spPr>
          <a:xfrm>
            <a:off x="5358730" y="1676396"/>
            <a:ext cx="920750" cy="314325"/>
          </a:xfrm>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Week 6</a:t>
            </a:r>
          </a:p>
        </p:txBody>
      </p:sp>
      <p:sp>
        <p:nvSpPr>
          <p:cNvPr id="14" name="Text Placeholder 10">
            <a:extLst>
              <a:ext uri="{FF2B5EF4-FFF2-40B4-BE49-F238E27FC236}">
                <a16:creationId xmlns:a16="http://schemas.microsoft.com/office/drawing/2014/main" id="{81BE30C2-EA3E-51FA-D3A7-EA44460D36BA}"/>
              </a:ext>
            </a:extLst>
          </p:cNvPr>
          <p:cNvSpPr>
            <a:spLocks noGrp="1"/>
          </p:cNvSpPr>
          <p:nvPr>
            <p:ph type="body" sz="quarter" idx="29" hasCustomPrompt="1"/>
          </p:nvPr>
        </p:nvSpPr>
        <p:spPr>
          <a:xfrm>
            <a:off x="6311226" y="1676396"/>
            <a:ext cx="920750" cy="314325"/>
          </a:xfrm>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Week 7</a:t>
            </a:r>
          </a:p>
        </p:txBody>
      </p:sp>
      <p:sp>
        <p:nvSpPr>
          <p:cNvPr id="15" name="Text Placeholder 10">
            <a:extLst>
              <a:ext uri="{FF2B5EF4-FFF2-40B4-BE49-F238E27FC236}">
                <a16:creationId xmlns:a16="http://schemas.microsoft.com/office/drawing/2014/main" id="{36B65B0E-EA4D-66D4-5B5D-752CFFEC9A1D}"/>
              </a:ext>
            </a:extLst>
          </p:cNvPr>
          <p:cNvSpPr>
            <a:spLocks noGrp="1"/>
          </p:cNvSpPr>
          <p:nvPr>
            <p:ph type="body" sz="quarter" idx="30" hasCustomPrompt="1"/>
          </p:nvPr>
        </p:nvSpPr>
        <p:spPr>
          <a:xfrm>
            <a:off x="7263722" y="1676395"/>
            <a:ext cx="920750" cy="314325"/>
          </a:xfrm>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Week 8</a:t>
            </a:r>
          </a:p>
        </p:txBody>
      </p:sp>
      <p:sp>
        <p:nvSpPr>
          <p:cNvPr id="16" name="Text Placeholder 10">
            <a:extLst>
              <a:ext uri="{FF2B5EF4-FFF2-40B4-BE49-F238E27FC236}">
                <a16:creationId xmlns:a16="http://schemas.microsoft.com/office/drawing/2014/main" id="{ADE4A6A4-98E4-18DF-9CF4-6C1CE6BAAFC0}"/>
              </a:ext>
            </a:extLst>
          </p:cNvPr>
          <p:cNvSpPr>
            <a:spLocks noGrp="1"/>
          </p:cNvSpPr>
          <p:nvPr>
            <p:ph type="body" sz="quarter" idx="31" hasCustomPrompt="1"/>
          </p:nvPr>
        </p:nvSpPr>
        <p:spPr>
          <a:xfrm>
            <a:off x="8216218" y="1676395"/>
            <a:ext cx="920750" cy="314325"/>
          </a:xfrm>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Week 9</a:t>
            </a:r>
          </a:p>
        </p:txBody>
      </p:sp>
      <p:sp>
        <p:nvSpPr>
          <p:cNvPr id="17" name="Text Placeholder 10">
            <a:extLst>
              <a:ext uri="{FF2B5EF4-FFF2-40B4-BE49-F238E27FC236}">
                <a16:creationId xmlns:a16="http://schemas.microsoft.com/office/drawing/2014/main" id="{E5D140EB-55B5-0693-C495-93BEDBAE94BB}"/>
              </a:ext>
            </a:extLst>
          </p:cNvPr>
          <p:cNvSpPr>
            <a:spLocks noGrp="1"/>
          </p:cNvSpPr>
          <p:nvPr>
            <p:ph type="body" sz="quarter" idx="32" hasCustomPrompt="1"/>
          </p:nvPr>
        </p:nvSpPr>
        <p:spPr>
          <a:xfrm>
            <a:off x="9168714" y="1676395"/>
            <a:ext cx="920750" cy="314325"/>
          </a:xfrm>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Week 10</a:t>
            </a:r>
          </a:p>
        </p:txBody>
      </p:sp>
      <p:sp>
        <p:nvSpPr>
          <p:cNvPr id="18" name="Text Placeholder 10">
            <a:extLst>
              <a:ext uri="{FF2B5EF4-FFF2-40B4-BE49-F238E27FC236}">
                <a16:creationId xmlns:a16="http://schemas.microsoft.com/office/drawing/2014/main" id="{0F869444-CB89-B4A4-A937-CA7B3E5C225C}"/>
              </a:ext>
            </a:extLst>
          </p:cNvPr>
          <p:cNvSpPr>
            <a:spLocks noGrp="1"/>
          </p:cNvSpPr>
          <p:nvPr>
            <p:ph type="body" sz="quarter" idx="33" hasCustomPrompt="1"/>
          </p:nvPr>
        </p:nvSpPr>
        <p:spPr>
          <a:xfrm>
            <a:off x="10121210" y="1676395"/>
            <a:ext cx="920750" cy="314325"/>
          </a:xfrm>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Week 11</a:t>
            </a:r>
          </a:p>
        </p:txBody>
      </p:sp>
      <p:sp>
        <p:nvSpPr>
          <p:cNvPr id="19" name="Text Placeholder 10">
            <a:extLst>
              <a:ext uri="{FF2B5EF4-FFF2-40B4-BE49-F238E27FC236}">
                <a16:creationId xmlns:a16="http://schemas.microsoft.com/office/drawing/2014/main" id="{E40AD95D-909E-F774-6854-EBEA1D5D5099}"/>
              </a:ext>
            </a:extLst>
          </p:cNvPr>
          <p:cNvSpPr>
            <a:spLocks noGrp="1"/>
          </p:cNvSpPr>
          <p:nvPr>
            <p:ph type="body" sz="quarter" idx="34" hasCustomPrompt="1"/>
          </p:nvPr>
        </p:nvSpPr>
        <p:spPr>
          <a:xfrm>
            <a:off x="11073706" y="1676395"/>
            <a:ext cx="920750" cy="314325"/>
          </a:xfrm>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Week 12</a:t>
            </a:r>
          </a:p>
        </p:txBody>
      </p:sp>
      <p:sp>
        <p:nvSpPr>
          <p:cNvPr id="20" name="Rectangle 19">
            <a:extLst>
              <a:ext uri="{FF2B5EF4-FFF2-40B4-BE49-F238E27FC236}">
                <a16:creationId xmlns:a16="http://schemas.microsoft.com/office/drawing/2014/main" id="{059820B0-CE5B-D644-2F0D-7B2A1F655961}"/>
              </a:ext>
            </a:extLst>
          </p:cNvPr>
          <p:cNvSpPr/>
          <p:nvPr userDrawn="1"/>
        </p:nvSpPr>
        <p:spPr>
          <a:xfrm>
            <a:off x="125659" y="2025516"/>
            <a:ext cx="453447" cy="145878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Category Name 1 ">
            <a:extLst>
              <a:ext uri="{FF2B5EF4-FFF2-40B4-BE49-F238E27FC236}">
                <a16:creationId xmlns:a16="http://schemas.microsoft.com/office/drawing/2014/main" id="{36B9ED75-B499-D69B-1412-E81102ED2A14}"/>
              </a:ext>
            </a:extLst>
          </p:cNvPr>
          <p:cNvSpPr>
            <a:spLocks noGrp="1"/>
          </p:cNvSpPr>
          <p:nvPr>
            <p:ph type="body" sz="quarter" idx="20" hasCustomPrompt="1"/>
          </p:nvPr>
        </p:nvSpPr>
        <p:spPr>
          <a:xfrm rot="16200000">
            <a:off x="-378889" y="2526309"/>
            <a:ext cx="1458787" cy="457200"/>
          </a:xfrm>
        </p:spPr>
        <p:txBody>
          <a:bodyPr anchor="ctr">
            <a:normAutofit/>
          </a:bodyPr>
          <a:lstStyle>
            <a:lvl1pPr marL="0" indent="0" algn="ctr">
              <a:lnSpc>
                <a:spcPct val="100000"/>
              </a:lnSpc>
              <a:buNone/>
              <a:defRPr sz="11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Category 1 Name</a:t>
            </a:r>
          </a:p>
        </p:txBody>
      </p:sp>
      <p:sp>
        <p:nvSpPr>
          <p:cNvPr id="23" name="shape">
            <a:extLst>
              <a:ext uri="{FF2B5EF4-FFF2-40B4-BE49-F238E27FC236}">
                <a16:creationId xmlns:a16="http://schemas.microsoft.com/office/drawing/2014/main" id="{F0493908-E9A7-06C8-5201-D705685A552D}"/>
              </a:ext>
            </a:extLst>
          </p:cNvPr>
          <p:cNvSpPr>
            <a:spLocks noGrp="1"/>
          </p:cNvSpPr>
          <p:nvPr>
            <p:ph type="pic" sz="quarter" idx="44" hasCustomPrompt="1"/>
          </p:nvPr>
        </p:nvSpPr>
        <p:spPr>
          <a:xfrm>
            <a:off x="668043" y="2097698"/>
            <a:ext cx="1847088" cy="237744"/>
          </a:xfrm>
        </p:spPr>
        <p:txBody>
          <a:bodyPr>
            <a:noAutofit/>
          </a:bodyPr>
          <a:lstStyle>
            <a:lvl1pPr marL="0" indent="0">
              <a:buNone/>
              <a:defRPr sz="1000" b="0" i="0">
                <a:latin typeface="Open Sans Light" pitchFamily="2" charset="0"/>
                <a:ea typeface="Open Sans Light" pitchFamily="2" charset="0"/>
                <a:cs typeface="Open Sans Light" pitchFamily="2" charset="0"/>
              </a:defRPr>
            </a:lvl1pPr>
          </a:lstStyle>
          <a:p>
            <a:r>
              <a:rPr lang="en-US" dirty="0"/>
              <a:t>{{ arrow_cat1_act1 }}</a:t>
            </a:r>
          </a:p>
        </p:txBody>
      </p:sp>
      <p:sp>
        <p:nvSpPr>
          <p:cNvPr id="24" name="Picture Placeholder 52">
            <a:extLst>
              <a:ext uri="{FF2B5EF4-FFF2-40B4-BE49-F238E27FC236}">
                <a16:creationId xmlns:a16="http://schemas.microsoft.com/office/drawing/2014/main" id="{75BB5BFD-4B59-9E8B-90E6-074EA1A063E2}"/>
              </a:ext>
            </a:extLst>
          </p:cNvPr>
          <p:cNvSpPr>
            <a:spLocks noGrp="1"/>
          </p:cNvSpPr>
          <p:nvPr>
            <p:ph type="pic" sz="quarter" idx="45" hasCustomPrompt="1"/>
          </p:nvPr>
        </p:nvSpPr>
        <p:spPr>
          <a:xfrm>
            <a:off x="1030672" y="2478057"/>
            <a:ext cx="2423160" cy="237744"/>
          </a:xfrm>
        </p:spPr>
        <p:txBody>
          <a:bodyPr>
            <a:noAutofit/>
          </a:bodyPr>
          <a:lstStyle>
            <a:lvl1pPr marL="0" indent="0">
              <a:buNone/>
              <a:defRPr sz="1000" b="0" i="0">
                <a:latin typeface="Open Sans Light" pitchFamily="2" charset="0"/>
                <a:ea typeface="Open Sans Light" pitchFamily="2" charset="0"/>
                <a:cs typeface="Open Sans Light" pitchFamily="2" charset="0"/>
              </a:defRPr>
            </a:lvl1pPr>
          </a:lstStyle>
          <a:p>
            <a:r>
              <a:rPr lang="en-US"/>
              <a:t>{{ arrow_cat1_act2 }}</a:t>
            </a:r>
          </a:p>
        </p:txBody>
      </p:sp>
      <p:sp>
        <p:nvSpPr>
          <p:cNvPr id="22" name="Category 1 Activity 1">
            <a:extLst>
              <a:ext uri="{FF2B5EF4-FFF2-40B4-BE49-F238E27FC236}">
                <a16:creationId xmlns:a16="http://schemas.microsoft.com/office/drawing/2014/main" id="{F6546BAB-BFB2-37E1-F04E-444CB32331A6}"/>
              </a:ext>
            </a:extLst>
          </p:cNvPr>
          <p:cNvSpPr>
            <a:spLocks noGrp="1"/>
          </p:cNvSpPr>
          <p:nvPr>
            <p:ph type="body" sz="quarter" idx="35" hasCustomPrompt="1"/>
          </p:nvPr>
        </p:nvSpPr>
        <p:spPr>
          <a:xfrm>
            <a:off x="668042" y="2104135"/>
            <a:ext cx="2054837" cy="230492"/>
          </a:xfrm>
        </p:spPr>
        <p:txBody>
          <a:bodyPr anchor="ctr">
            <a:noAutofit/>
          </a:bodyPr>
          <a:lstStyle>
            <a:lvl1pPr marL="0" indent="0">
              <a:lnSpc>
                <a:spcPct val="100000"/>
              </a:lnSpc>
              <a:buNone/>
              <a:defRPr sz="1000" b="0" i="0">
                <a:solidFill>
                  <a:schemeClr val="bg1"/>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Category 1 Activity 1</a:t>
            </a:r>
          </a:p>
        </p:txBody>
      </p:sp>
      <p:sp>
        <p:nvSpPr>
          <p:cNvPr id="26" name="Picture Placeholder 52">
            <a:extLst>
              <a:ext uri="{FF2B5EF4-FFF2-40B4-BE49-F238E27FC236}">
                <a16:creationId xmlns:a16="http://schemas.microsoft.com/office/drawing/2014/main" id="{952DC7EE-112A-00A2-1AFE-40CDB92D1217}"/>
              </a:ext>
            </a:extLst>
          </p:cNvPr>
          <p:cNvSpPr>
            <a:spLocks noGrp="1"/>
          </p:cNvSpPr>
          <p:nvPr>
            <p:ph type="pic" sz="quarter" idx="46" hasCustomPrompt="1"/>
          </p:nvPr>
        </p:nvSpPr>
        <p:spPr>
          <a:xfrm>
            <a:off x="1565158" y="2852348"/>
            <a:ext cx="2862072" cy="237744"/>
          </a:xfrm>
        </p:spPr>
        <p:txBody>
          <a:bodyPr>
            <a:noAutofit/>
          </a:bodyPr>
          <a:lstStyle>
            <a:lvl1pPr marL="0" indent="0">
              <a:buNone/>
              <a:defRPr sz="1000" b="0" i="0">
                <a:latin typeface="Open Sans Light" pitchFamily="2" charset="0"/>
                <a:ea typeface="Open Sans Light" pitchFamily="2" charset="0"/>
                <a:cs typeface="Open Sans Light" pitchFamily="2" charset="0"/>
              </a:defRPr>
            </a:lvl1pPr>
          </a:lstStyle>
          <a:p>
            <a:r>
              <a:rPr lang="en-US"/>
              <a:t>{{ arrow_cat1_act3 }}</a:t>
            </a:r>
          </a:p>
        </p:txBody>
      </p:sp>
      <p:sp>
        <p:nvSpPr>
          <p:cNvPr id="28" name="Rectangle 27">
            <a:extLst>
              <a:ext uri="{FF2B5EF4-FFF2-40B4-BE49-F238E27FC236}">
                <a16:creationId xmlns:a16="http://schemas.microsoft.com/office/drawing/2014/main" id="{A7240C33-5584-37B9-AA3D-71AE4276CD9F}"/>
              </a:ext>
            </a:extLst>
          </p:cNvPr>
          <p:cNvSpPr/>
          <p:nvPr userDrawn="1"/>
        </p:nvSpPr>
        <p:spPr>
          <a:xfrm>
            <a:off x="127532" y="3501314"/>
            <a:ext cx="453447" cy="1463040"/>
          </a:xfrm>
          <a:prstGeom prst="rect">
            <a:avLst/>
          </a:prstGeom>
          <a:solidFill>
            <a:srgbClr val="42B1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 Placeholder 10">
            <a:extLst>
              <a:ext uri="{FF2B5EF4-FFF2-40B4-BE49-F238E27FC236}">
                <a16:creationId xmlns:a16="http://schemas.microsoft.com/office/drawing/2014/main" id="{1F0BC31A-2732-8B71-CDFE-A6AB7C177A89}"/>
              </a:ext>
            </a:extLst>
          </p:cNvPr>
          <p:cNvSpPr>
            <a:spLocks noGrp="1"/>
          </p:cNvSpPr>
          <p:nvPr>
            <p:ph type="body" sz="quarter" idx="21" hasCustomPrompt="1"/>
          </p:nvPr>
        </p:nvSpPr>
        <p:spPr>
          <a:xfrm rot="16200000">
            <a:off x="-378889" y="4006362"/>
            <a:ext cx="1458787" cy="457200"/>
          </a:xfrm>
        </p:spPr>
        <p:txBody>
          <a:bodyPr anchor="ctr">
            <a:normAutofit/>
          </a:bodyPr>
          <a:lstStyle>
            <a:lvl1pPr marL="0" indent="0" algn="ctr">
              <a:lnSpc>
                <a:spcPct val="100000"/>
              </a:lnSpc>
              <a:buNone/>
              <a:defRPr sz="11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Category 2 Name</a:t>
            </a:r>
          </a:p>
        </p:txBody>
      </p:sp>
      <p:sp>
        <p:nvSpPr>
          <p:cNvPr id="30" name="Picture Placeholder 52">
            <a:extLst>
              <a:ext uri="{FF2B5EF4-FFF2-40B4-BE49-F238E27FC236}">
                <a16:creationId xmlns:a16="http://schemas.microsoft.com/office/drawing/2014/main" id="{14817FB2-7547-99B4-CDA2-9D1D97E7FBED}"/>
              </a:ext>
            </a:extLst>
          </p:cNvPr>
          <p:cNvSpPr>
            <a:spLocks noGrp="1"/>
          </p:cNvSpPr>
          <p:nvPr>
            <p:ph type="pic" sz="quarter" idx="47" hasCustomPrompt="1"/>
          </p:nvPr>
        </p:nvSpPr>
        <p:spPr>
          <a:xfrm>
            <a:off x="2520706" y="3599893"/>
            <a:ext cx="3813048" cy="237744"/>
          </a:xfrm>
        </p:spPr>
        <p:txBody>
          <a:bodyPr>
            <a:noAutofit/>
          </a:bodyPr>
          <a:lstStyle>
            <a:lvl1pPr marL="0" indent="0">
              <a:buNone/>
              <a:defRPr sz="1000" b="0" i="0">
                <a:latin typeface="Open Sans Light" pitchFamily="2" charset="0"/>
                <a:ea typeface="Open Sans Light" pitchFamily="2" charset="0"/>
                <a:cs typeface="Open Sans Light" pitchFamily="2" charset="0"/>
              </a:defRPr>
            </a:lvl1pPr>
          </a:lstStyle>
          <a:p>
            <a:r>
              <a:rPr lang="en-US"/>
              <a:t>{{ arrow_cat2_act1 }}</a:t>
            </a:r>
          </a:p>
        </p:txBody>
      </p:sp>
      <p:sp>
        <p:nvSpPr>
          <p:cNvPr id="32" name="Picture Placeholder 52">
            <a:extLst>
              <a:ext uri="{FF2B5EF4-FFF2-40B4-BE49-F238E27FC236}">
                <a16:creationId xmlns:a16="http://schemas.microsoft.com/office/drawing/2014/main" id="{CCB851B6-3979-71E9-9D86-350AA47AB8ED}"/>
              </a:ext>
            </a:extLst>
          </p:cNvPr>
          <p:cNvSpPr>
            <a:spLocks noGrp="1"/>
          </p:cNvSpPr>
          <p:nvPr>
            <p:ph type="pic" sz="quarter" idx="48" hasCustomPrompt="1"/>
          </p:nvPr>
        </p:nvSpPr>
        <p:spPr>
          <a:xfrm>
            <a:off x="3452470" y="3971899"/>
            <a:ext cx="3776472" cy="237744"/>
          </a:xfrm>
        </p:spPr>
        <p:txBody>
          <a:bodyPr>
            <a:noAutofit/>
          </a:bodyPr>
          <a:lstStyle>
            <a:lvl1pPr marL="0" indent="0">
              <a:buNone/>
              <a:defRPr sz="1000" b="0" i="0">
                <a:latin typeface="Open Sans Light" pitchFamily="2" charset="0"/>
                <a:ea typeface="Open Sans Light" pitchFamily="2" charset="0"/>
                <a:cs typeface="Open Sans Light" pitchFamily="2" charset="0"/>
              </a:defRPr>
            </a:lvl1pPr>
          </a:lstStyle>
          <a:p>
            <a:r>
              <a:rPr lang="en-US"/>
              <a:t>{{ arrow_cat2_act2 }}</a:t>
            </a:r>
          </a:p>
        </p:txBody>
      </p:sp>
      <p:sp>
        <p:nvSpPr>
          <p:cNvPr id="34" name="Picture Placeholder 52">
            <a:extLst>
              <a:ext uri="{FF2B5EF4-FFF2-40B4-BE49-F238E27FC236}">
                <a16:creationId xmlns:a16="http://schemas.microsoft.com/office/drawing/2014/main" id="{2123351D-898A-1895-4C9C-007B1E5CDACD}"/>
              </a:ext>
            </a:extLst>
          </p:cNvPr>
          <p:cNvSpPr>
            <a:spLocks noGrp="1"/>
          </p:cNvSpPr>
          <p:nvPr>
            <p:ph type="pic" sz="quarter" idx="49" hasCustomPrompt="1"/>
          </p:nvPr>
        </p:nvSpPr>
        <p:spPr>
          <a:xfrm>
            <a:off x="5326349" y="4383683"/>
            <a:ext cx="2377440" cy="237744"/>
          </a:xfrm>
        </p:spPr>
        <p:txBody>
          <a:bodyPr>
            <a:noAutofit/>
          </a:bodyPr>
          <a:lstStyle>
            <a:lvl1pPr marL="0" indent="0">
              <a:buNone/>
              <a:defRPr sz="1000" b="0" i="0">
                <a:latin typeface="Open Sans Light" pitchFamily="2" charset="0"/>
                <a:ea typeface="Open Sans Light" pitchFamily="2" charset="0"/>
                <a:cs typeface="Open Sans Light" pitchFamily="2" charset="0"/>
              </a:defRPr>
            </a:lvl1pPr>
          </a:lstStyle>
          <a:p>
            <a:r>
              <a:rPr lang="en-US"/>
              <a:t>{{ arrow_cat2_act3 }}</a:t>
            </a:r>
          </a:p>
        </p:txBody>
      </p:sp>
      <p:sp>
        <p:nvSpPr>
          <p:cNvPr id="36" name="Rectangle 35">
            <a:extLst>
              <a:ext uri="{FF2B5EF4-FFF2-40B4-BE49-F238E27FC236}">
                <a16:creationId xmlns:a16="http://schemas.microsoft.com/office/drawing/2014/main" id="{F9E345C7-B3F6-6DB4-2B31-65F8977A3178}"/>
              </a:ext>
            </a:extLst>
          </p:cNvPr>
          <p:cNvSpPr/>
          <p:nvPr userDrawn="1"/>
        </p:nvSpPr>
        <p:spPr>
          <a:xfrm>
            <a:off x="125658" y="4981365"/>
            <a:ext cx="453447" cy="1463040"/>
          </a:xfrm>
          <a:prstGeom prst="rect">
            <a:avLst/>
          </a:prstGeom>
          <a:solidFill>
            <a:srgbClr val="2589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 Placeholder 10">
            <a:extLst>
              <a:ext uri="{FF2B5EF4-FFF2-40B4-BE49-F238E27FC236}">
                <a16:creationId xmlns:a16="http://schemas.microsoft.com/office/drawing/2014/main" id="{9391DC1B-4FD6-35C3-ACDB-926019DE445F}"/>
              </a:ext>
            </a:extLst>
          </p:cNvPr>
          <p:cNvSpPr>
            <a:spLocks noGrp="1"/>
          </p:cNvSpPr>
          <p:nvPr>
            <p:ph type="body" sz="quarter" idx="22" hasCustomPrompt="1"/>
          </p:nvPr>
        </p:nvSpPr>
        <p:spPr>
          <a:xfrm rot="16200000">
            <a:off x="-378890" y="5482083"/>
            <a:ext cx="1458787" cy="457200"/>
          </a:xfrm>
        </p:spPr>
        <p:txBody>
          <a:bodyPr anchor="ctr">
            <a:normAutofit/>
          </a:bodyPr>
          <a:lstStyle>
            <a:lvl1pPr marL="0" indent="0" algn="ctr">
              <a:lnSpc>
                <a:spcPct val="100000"/>
              </a:lnSpc>
              <a:buNone/>
              <a:defRPr sz="11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Category 3 Name</a:t>
            </a:r>
          </a:p>
        </p:txBody>
      </p:sp>
      <p:sp>
        <p:nvSpPr>
          <p:cNvPr id="38" name="Picture Placeholder 52">
            <a:extLst>
              <a:ext uri="{FF2B5EF4-FFF2-40B4-BE49-F238E27FC236}">
                <a16:creationId xmlns:a16="http://schemas.microsoft.com/office/drawing/2014/main" id="{30CC9B81-14AB-156C-D255-8C437D8804F6}"/>
              </a:ext>
            </a:extLst>
          </p:cNvPr>
          <p:cNvSpPr>
            <a:spLocks noGrp="1"/>
          </p:cNvSpPr>
          <p:nvPr>
            <p:ph type="pic" sz="quarter" idx="50" hasCustomPrompt="1"/>
          </p:nvPr>
        </p:nvSpPr>
        <p:spPr>
          <a:xfrm>
            <a:off x="6311226" y="5083086"/>
            <a:ext cx="4544568" cy="237744"/>
          </a:xfrm>
        </p:spPr>
        <p:txBody>
          <a:bodyPr>
            <a:noAutofit/>
          </a:bodyPr>
          <a:lstStyle>
            <a:lvl1pPr marL="0" indent="0">
              <a:buNone/>
              <a:defRPr sz="1000" b="0" i="0">
                <a:latin typeface="Open Sans Light" pitchFamily="2" charset="0"/>
                <a:ea typeface="Open Sans Light" pitchFamily="2" charset="0"/>
                <a:cs typeface="Open Sans Light" pitchFamily="2" charset="0"/>
              </a:defRPr>
            </a:lvl1pPr>
          </a:lstStyle>
          <a:p>
            <a:r>
              <a:rPr lang="en-US"/>
              <a:t>{{ arrow_cat3_act1 }}</a:t>
            </a:r>
          </a:p>
        </p:txBody>
      </p:sp>
      <p:sp>
        <p:nvSpPr>
          <p:cNvPr id="40" name="Picture Placeholder 52">
            <a:extLst>
              <a:ext uri="{FF2B5EF4-FFF2-40B4-BE49-F238E27FC236}">
                <a16:creationId xmlns:a16="http://schemas.microsoft.com/office/drawing/2014/main" id="{3AF3AEAC-DC8E-27B0-0C98-29A1B88FB1E7}"/>
              </a:ext>
            </a:extLst>
          </p:cNvPr>
          <p:cNvSpPr>
            <a:spLocks noGrp="1"/>
          </p:cNvSpPr>
          <p:nvPr>
            <p:ph type="pic" sz="quarter" idx="51" hasCustomPrompt="1"/>
          </p:nvPr>
        </p:nvSpPr>
        <p:spPr>
          <a:xfrm>
            <a:off x="7306065" y="5460821"/>
            <a:ext cx="4306824" cy="237744"/>
          </a:xfrm>
        </p:spPr>
        <p:txBody>
          <a:bodyPr>
            <a:noAutofit/>
          </a:bodyPr>
          <a:lstStyle>
            <a:lvl1pPr marL="0" indent="0">
              <a:buNone/>
              <a:defRPr sz="1000" b="0" i="0">
                <a:latin typeface="Open Sans Light" pitchFamily="2" charset="0"/>
                <a:ea typeface="Open Sans Light" pitchFamily="2" charset="0"/>
                <a:cs typeface="Open Sans Light" pitchFamily="2" charset="0"/>
              </a:defRPr>
            </a:lvl1pPr>
          </a:lstStyle>
          <a:p>
            <a:r>
              <a:rPr lang="en-US"/>
              <a:t>{{ arrow_cat3_act2 }}</a:t>
            </a:r>
          </a:p>
        </p:txBody>
      </p:sp>
      <p:sp>
        <p:nvSpPr>
          <p:cNvPr id="42" name="Picture Placeholder 52">
            <a:extLst>
              <a:ext uri="{FF2B5EF4-FFF2-40B4-BE49-F238E27FC236}">
                <a16:creationId xmlns:a16="http://schemas.microsoft.com/office/drawing/2014/main" id="{CD779CBA-F0CC-044F-D926-DE22875A63A2}"/>
              </a:ext>
            </a:extLst>
          </p:cNvPr>
          <p:cNvSpPr>
            <a:spLocks noGrp="1"/>
          </p:cNvSpPr>
          <p:nvPr>
            <p:ph type="pic" sz="quarter" idx="52" hasCustomPrompt="1"/>
          </p:nvPr>
        </p:nvSpPr>
        <p:spPr>
          <a:xfrm>
            <a:off x="10164865" y="5842327"/>
            <a:ext cx="1801368" cy="237744"/>
          </a:xfrm>
        </p:spPr>
        <p:txBody>
          <a:bodyPr>
            <a:noAutofit/>
          </a:bodyPr>
          <a:lstStyle>
            <a:lvl1pPr marL="0" indent="0">
              <a:buNone/>
              <a:defRPr sz="1000" b="0" i="0">
                <a:latin typeface="Open Sans Light" pitchFamily="2" charset="0"/>
                <a:ea typeface="Open Sans Light" pitchFamily="2" charset="0"/>
                <a:cs typeface="Open Sans Light" pitchFamily="2" charset="0"/>
              </a:defRPr>
            </a:lvl1pPr>
          </a:lstStyle>
          <a:p>
            <a:r>
              <a:rPr lang="en-US"/>
              <a:t>{{ arrow_cat3_act3 }}</a:t>
            </a:r>
          </a:p>
        </p:txBody>
      </p:sp>
      <p:sp>
        <p:nvSpPr>
          <p:cNvPr id="25" name="Category 1 Activity 2">
            <a:extLst>
              <a:ext uri="{FF2B5EF4-FFF2-40B4-BE49-F238E27FC236}">
                <a16:creationId xmlns:a16="http://schemas.microsoft.com/office/drawing/2014/main" id="{B8BA0129-DA7E-84DD-6EAD-1DD9735D718B}"/>
              </a:ext>
            </a:extLst>
          </p:cNvPr>
          <p:cNvSpPr>
            <a:spLocks noGrp="1"/>
          </p:cNvSpPr>
          <p:nvPr>
            <p:ph type="body" sz="quarter" idx="36" hasCustomPrompt="1"/>
          </p:nvPr>
        </p:nvSpPr>
        <p:spPr>
          <a:xfrm>
            <a:off x="1030678" y="2484030"/>
            <a:ext cx="2272766" cy="219456"/>
          </a:xfrm>
        </p:spPr>
        <p:txBody>
          <a:bodyPr anchor="ctr">
            <a:noAutofit/>
          </a:bodyPr>
          <a:lstStyle>
            <a:lvl1pPr marL="0" indent="0">
              <a:lnSpc>
                <a:spcPct val="100000"/>
              </a:lnSpc>
              <a:buNone/>
              <a:defRPr sz="1000" b="0" i="0">
                <a:solidFill>
                  <a:schemeClr val="bg1"/>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Category 1 Activity 2</a:t>
            </a:r>
          </a:p>
        </p:txBody>
      </p:sp>
      <p:sp>
        <p:nvSpPr>
          <p:cNvPr id="27" name="Category 1 Activity 3">
            <a:extLst>
              <a:ext uri="{FF2B5EF4-FFF2-40B4-BE49-F238E27FC236}">
                <a16:creationId xmlns:a16="http://schemas.microsoft.com/office/drawing/2014/main" id="{CF029009-C8BA-B992-B31A-BF9565636FF1}"/>
              </a:ext>
            </a:extLst>
          </p:cNvPr>
          <p:cNvSpPr>
            <a:spLocks noGrp="1"/>
          </p:cNvSpPr>
          <p:nvPr>
            <p:ph type="body" sz="quarter" idx="37" hasCustomPrompt="1"/>
          </p:nvPr>
        </p:nvSpPr>
        <p:spPr>
          <a:xfrm>
            <a:off x="1565158" y="2858416"/>
            <a:ext cx="2713198" cy="219456"/>
          </a:xfrm>
        </p:spPr>
        <p:txBody>
          <a:bodyPr anchor="ctr">
            <a:noAutofit/>
          </a:bodyPr>
          <a:lstStyle>
            <a:lvl1pPr marL="0" indent="0">
              <a:lnSpc>
                <a:spcPct val="100000"/>
              </a:lnSpc>
              <a:buNone/>
              <a:defRPr sz="1000" b="0" i="0">
                <a:solidFill>
                  <a:schemeClr val="bg1"/>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Category 1 Activity 3</a:t>
            </a:r>
          </a:p>
        </p:txBody>
      </p:sp>
      <p:sp>
        <p:nvSpPr>
          <p:cNvPr id="31" name="Category 2 Activity 1">
            <a:extLst>
              <a:ext uri="{FF2B5EF4-FFF2-40B4-BE49-F238E27FC236}">
                <a16:creationId xmlns:a16="http://schemas.microsoft.com/office/drawing/2014/main" id="{55691776-23AA-C68C-BBE2-5835B382F7E5}"/>
              </a:ext>
            </a:extLst>
          </p:cNvPr>
          <p:cNvSpPr>
            <a:spLocks noGrp="1"/>
          </p:cNvSpPr>
          <p:nvPr>
            <p:ph type="body" sz="quarter" idx="38" hasCustomPrompt="1"/>
          </p:nvPr>
        </p:nvSpPr>
        <p:spPr>
          <a:xfrm>
            <a:off x="2501815" y="3605853"/>
            <a:ext cx="3629033" cy="219456"/>
          </a:xfrm>
        </p:spPr>
        <p:txBody>
          <a:bodyPr anchor="ctr">
            <a:noAutofit/>
          </a:bodyPr>
          <a:lstStyle>
            <a:lvl1pPr marL="0" indent="0">
              <a:lnSpc>
                <a:spcPct val="100000"/>
              </a:lnSpc>
              <a:buNone/>
              <a:defRPr sz="1000" b="0" i="0">
                <a:solidFill>
                  <a:schemeClr val="bg1"/>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Category 2 Activity 1</a:t>
            </a:r>
          </a:p>
        </p:txBody>
      </p:sp>
      <p:sp>
        <p:nvSpPr>
          <p:cNvPr id="33" name="Category 2 Activity 2">
            <a:extLst>
              <a:ext uri="{FF2B5EF4-FFF2-40B4-BE49-F238E27FC236}">
                <a16:creationId xmlns:a16="http://schemas.microsoft.com/office/drawing/2014/main" id="{94B6D847-506D-E9FB-9633-925471D86398}"/>
              </a:ext>
            </a:extLst>
          </p:cNvPr>
          <p:cNvSpPr>
            <a:spLocks noGrp="1"/>
          </p:cNvSpPr>
          <p:nvPr>
            <p:ph type="body" sz="quarter" idx="39" hasCustomPrompt="1"/>
          </p:nvPr>
        </p:nvSpPr>
        <p:spPr>
          <a:xfrm>
            <a:off x="3453103" y="3981067"/>
            <a:ext cx="3612567" cy="219456"/>
          </a:xfrm>
        </p:spPr>
        <p:txBody>
          <a:bodyPr anchor="ctr">
            <a:noAutofit/>
          </a:bodyPr>
          <a:lstStyle>
            <a:lvl1pPr marL="0" indent="0">
              <a:lnSpc>
                <a:spcPct val="100000"/>
              </a:lnSpc>
              <a:buNone/>
              <a:defRPr sz="1000" b="0" i="0">
                <a:solidFill>
                  <a:schemeClr val="bg1"/>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Category 2 Activity 2</a:t>
            </a:r>
          </a:p>
        </p:txBody>
      </p:sp>
      <p:sp>
        <p:nvSpPr>
          <p:cNvPr id="35" name="Text Placeholder 3">
            <a:extLst>
              <a:ext uri="{FF2B5EF4-FFF2-40B4-BE49-F238E27FC236}">
                <a16:creationId xmlns:a16="http://schemas.microsoft.com/office/drawing/2014/main" id="{EC62D275-E4C9-A780-445D-F5A7C7BDBE60}"/>
              </a:ext>
            </a:extLst>
          </p:cNvPr>
          <p:cNvSpPr>
            <a:spLocks noGrp="1"/>
          </p:cNvSpPr>
          <p:nvPr>
            <p:ph type="body" sz="quarter" idx="40" hasCustomPrompt="1"/>
          </p:nvPr>
        </p:nvSpPr>
        <p:spPr>
          <a:xfrm>
            <a:off x="5324475" y="4393762"/>
            <a:ext cx="2256783" cy="219456"/>
          </a:xfrm>
        </p:spPr>
        <p:txBody>
          <a:bodyPr anchor="ctr">
            <a:noAutofit/>
          </a:bodyPr>
          <a:lstStyle>
            <a:lvl1pPr marL="0" indent="0">
              <a:lnSpc>
                <a:spcPct val="100000"/>
              </a:lnSpc>
              <a:buNone/>
              <a:defRPr sz="1000" b="0" i="0">
                <a:solidFill>
                  <a:schemeClr val="bg1"/>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Category 2 Activity 3</a:t>
            </a:r>
          </a:p>
        </p:txBody>
      </p:sp>
      <p:sp>
        <p:nvSpPr>
          <p:cNvPr id="39" name="Category 3 Activity 1">
            <a:extLst>
              <a:ext uri="{FF2B5EF4-FFF2-40B4-BE49-F238E27FC236}">
                <a16:creationId xmlns:a16="http://schemas.microsoft.com/office/drawing/2014/main" id="{C88D9093-6C1D-A83D-9959-211405F95B97}"/>
              </a:ext>
            </a:extLst>
          </p:cNvPr>
          <p:cNvSpPr>
            <a:spLocks noGrp="1"/>
          </p:cNvSpPr>
          <p:nvPr>
            <p:ph type="body" sz="quarter" idx="41" hasCustomPrompt="1"/>
          </p:nvPr>
        </p:nvSpPr>
        <p:spPr>
          <a:xfrm>
            <a:off x="6311226" y="5090540"/>
            <a:ext cx="4395469" cy="205409"/>
          </a:xfrm>
        </p:spPr>
        <p:txBody>
          <a:bodyPr anchor="ctr">
            <a:noAutofit/>
          </a:bodyPr>
          <a:lstStyle>
            <a:lvl1pPr marL="0" indent="0">
              <a:lnSpc>
                <a:spcPct val="100000"/>
              </a:lnSpc>
              <a:buNone/>
              <a:defRPr sz="1000" b="0" i="0">
                <a:solidFill>
                  <a:schemeClr val="bg1"/>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Category 3 Activity 1</a:t>
            </a:r>
          </a:p>
        </p:txBody>
      </p:sp>
      <p:sp>
        <p:nvSpPr>
          <p:cNvPr id="41" name="Category 3 Activity 2">
            <a:extLst>
              <a:ext uri="{FF2B5EF4-FFF2-40B4-BE49-F238E27FC236}">
                <a16:creationId xmlns:a16="http://schemas.microsoft.com/office/drawing/2014/main" id="{E745884E-53CD-41C5-A42A-84ABD47F3CEE}"/>
              </a:ext>
            </a:extLst>
          </p:cNvPr>
          <p:cNvSpPr>
            <a:spLocks noGrp="1"/>
          </p:cNvSpPr>
          <p:nvPr>
            <p:ph type="body" sz="quarter" idx="42" hasCustomPrompt="1"/>
          </p:nvPr>
        </p:nvSpPr>
        <p:spPr>
          <a:xfrm>
            <a:off x="7317096" y="5462350"/>
            <a:ext cx="4090660" cy="219456"/>
          </a:xfrm>
        </p:spPr>
        <p:txBody>
          <a:bodyPr anchor="ctr">
            <a:noAutofit/>
          </a:bodyPr>
          <a:lstStyle>
            <a:lvl1pPr marL="0" indent="0">
              <a:lnSpc>
                <a:spcPct val="100000"/>
              </a:lnSpc>
              <a:buNone/>
              <a:defRPr sz="1000" b="0" i="0">
                <a:solidFill>
                  <a:schemeClr val="bg1"/>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Category 3 Activity 2</a:t>
            </a:r>
          </a:p>
        </p:txBody>
      </p:sp>
      <p:sp>
        <p:nvSpPr>
          <p:cNvPr id="43" name="Category 3 Activity 3">
            <a:extLst>
              <a:ext uri="{FF2B5EF4-FFF2-40B4-BE49-F238E27FC236}">
                <a16:creationId xmlns:a16="http://schemas.microsoft.com/office/drawing/2014/main" id="{8B802C76-3443-22C8-E8BB-1EF517472E6B}"/>
              </a:ext>
            </a:extLst>
          </p:cNvPr>
          <p:cNvSpPr>
            <a:spLocks noGrp="1"/>
          </p:cNvSpPr>
          <p:nvPr>
            <p:ph type="body" sz="quarter" idx="43" hasCustomPrompt="1"/>
          </p:nvPr>
        </p:nvSpPr>
        <p:spPr>
          <a:xfrm>
            <a:off x="10168177" y="5844441"/>
            <a:ext cx="1631971" cy="219456"/>
          </a:xfrm>
        </p:spPr>
        <p:txBody>
          <a:bodyPr anchor="ctr">
            <a:noAutofit/>
          </a:bodyPr>
          <a:lstStyle>
            <a:lvl1pPr marL="0" indent="0">
              <a:lnSpc>
                <a:spcPct val="100000"/>
              </a:lnSpc>
              <a:buNone/>
              <a:defRPr sz="1000" b="0" i="0">
                <a:solidFill>
                  <a:schemeClr val="bg1"/>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Category 3 Activity 3</a:t>
            </a:r>
          </a:p>
        </p:txBody>
      </p:sp>
      <p:sp>
        <p:nvSpPr>
          <p:cNvPr id="2" name="Slide Subtitle">
            <a:extLst>
              <a:ext uri="{FF2B5EF4-FFF2-40B4-BE49-F238E27FC236}">
                <a16:creationId xmlns:a16="http://schemas.microsoft.com/office/drawing/2014/main" id="{458870C9-3CCA-E026-1C69-256C1D50566F}"/>
              </a:ext>
            </a:extLst>
          </p:cNvPr>
          <p:cNvSpPr>
            <a:spLocks noGrp="1"/>
          </p:cNvSpPr>
          <p:nvPr>
            <p:ph type="body" sz="quarter" idx="54" hasCustomPrompt="1"/>
          </p:nvPr>
        </p:nvSpPr>
        <p:spPr>
          <a:xfrm>
            <a:off x="457200" y="685800"/>
            <a:ext cx="11274552" cy="758952"/>
          </a:xfrm>
        </p:spPr>
        <p:txBody>
          <a:bodyPr>
            <a:normAutofit/>
          </a:bodyPr>
          <a:lstStyle>
            <a:lvl1pPr marL="0" indent="0">
              <a:lnSpc>
                <a:spcPct val="100000"/>
              </a:lnSpc>
              <a:buNone/>
              <a:defRPr sz="1600" b="0" i="0">
                <a:solidFill>
                  <a:srgbClr val="53565A"/>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Slide Subtitle</a:t>
            </a:r>
          </a:p>
        </p:txBody>
      </p:sp>
      <p:sp>
        <p:nvSpPr>
          <p:cNvPr id="7" name="Slide Title">
            <a:extLst>
              <a:ext uri="{FF2B5EF4-FFF2-40B4-BE49-F238E27FC236}">
                <a16:creationId xmlns:a16="http://schemas.microsoft.com/office/drawing/2014/main" id="{4D7F48A3-2DC0-D8AB-7608-8C0DF10119A5}"/>
              </a:ext>
            </a:extLst>
          </p:cNvPr>
          <p:cNvSpPr>
            <a:spLocks noGrp="1"/>
          </p:cNvSpPr>
          <p:nvPr>
            <p:ph type="body" sz="quarter" idx="10" hasCustomPrompt="1"/>
          </p:nvPr>
        </p:nvSpPr>
        <p:spPr>
          <a:xfrm>
            <a:off x="457200" y="347472"/>
            <a:ext cx="11274552" cy="338328"/>
          </a:xfrm>
        </p:spPr>
        <p:txBody>
          <a:bodyPr anchor="ctr">
            <a:normAutofit/>
          </a:bodyPr>
          <a:lstStyle>
            <a:lvl1pPr marL="0" indent="0">
              <a:lnSpc>
                <a:spcPct val="100000"/>
              </a:lnSpc>
              <a:buNone/>
              <a:defRPr sz="21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Slide Title</a:t>
            </a:r>
          </a:p>
        </p:txBody>
      </p:sp>
    </p:spTree>
    <p:extLst>
      <p:ext uri="{BB962C8B-B14F-4D97-AF65-F5344CB8AC3E}">
        <p14:creationId xmlns:p14="http://schemas.microsoft.com/office/powerpoint/2010/main" val="1582669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ransition_slide">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3E8B773-0BF8-15CE-E549-01AD9E47FEB8}"/>
              </a:ext>
            </a:extLst>
          </p:cNvPr>
          <p:cNvGrpSpPr>
            <a:grpSpLocks noChangeAspect="1"/>
          </p:cNvGrpSpPr>
          <p:nvPr userDrawn="1"/>
        </p:nvGrpSpPr>
        <p:grpSpPr>
          <a:xfrm>
            <a:off x="697375" y="2283037"/>
            <a:ext cx="273549" cy="395416"/>
            <a:chOff x="9207500" y="2944813"/>
            <a:chExt cx="334962" cy="484188"/>
          </a:xfrm>
          <a:solidFill>
            <a:schemeClr val="tx1"/>
          </a:solidFill>
        </p:grpSpPr>
        <p:sp>
          <p:nvSpPr>
            <p:cNvPr id="10" name="Freeform 374">
              <a:extLst>
                <a:ext uri="{FF2B5EF4-FFF2-40B4-BE49-F238E27FC236}">
                  <a16:creationId xmlns:a16="http://schemas.microsoft.com/office/drawing/2014/main" id="{5B4F7CB0-FF4F-456D-DD0D-B07B5767041D}"/>
                </a:ext>
              </a:extLst>
            </p:cNvPr>
            <p:cNvSpPr>
              <a:spLocks/>
            </p:cNvSpPr>
            <p:nvPr/>
          </p:nvSpPr>
          <p:spPr bwMode="auto">
            <a:xfrm>
              <a:off x="9207500" y="3287713"/>
              <a:ext cx="334962" cy="141288"/>
            </a:xfrm>
            <a:custGeom>
              <a:avLst/>
              <a:gdLst>
                <a:gd name="T0" fmla="*/ 158 w 159"/>
                <a:gd name="T1" fmla="*/ 60 h 67"/>
                <a:gd name="T2" fmla="*/ 136 w 159"/>
                <a:gd name="T3" fmla="*/ 3 h 67"/>
                <a:gd name="T4" fmla="*/ 132 w 159"/>
                <a:gd name="T5" fmla="*/ 0 h 67"/>
                <a:gd name="T6" fmla="*/ 118 w 159"/>
                <a:gd name="T7" fmla="*/ 0 h 67"/>
                <a:gd name="T8" fmla="*/ 113 w 159"/>
                <a:gd name="T9" fmla="*/ 5 h 67"/>
                <a:gd name="T10" fmla="*/ 118 w 159"/>
                <a:gd name="T11" fmla="*/ 10 h 67"/>
                <a:gd name="T12" fmla="*/ 128 w 159"/>
                <a:gd name="T13" fmla="*/ 10 h 67"/>
                <a:gd name="T14" fmla="*/ 147 w 159"/>
                <a:gd name="T15" fmla="*/ 57 h 67"/>
                <a:gd name="T16" fmla="*/ 12 w 159"/>
                <a:gd name="T17" fmla="*/ 57 h 67"/>
                <a:gd name="T18" fmla="*/ 31 w 159"/>
                <a:gd name="T19" fmla="*/ 10 h 67"/>
                <a:gd name="T20" fmla="*/ 42 w 159"/>
                <a:gd name="T21" fmla="*/ 10 h 67"/>
                <a:gd name="T22" fmla="*/ 46 w 159"/>
                <a:gd name="T23" fmla="*/ 5 h 67"/>
                <a:gd name="T24" fmla="*/ 42 w 159"/>
                <a:gd name="T25" fmla="*/ 0 h 67"/>
                <a:gd name="T26" fmla="*/ 28 w 159"/>
                <a:gd name="T27" fmla="*/ 0 h 67"/>
                <a:gd name="T28" fmla="*/ 24 w 159"/>
                <a:gd name="T29" fmla="*/ 3 h 67"/>
                <a:gd name="T30" fmla="*/ 1 w 159"/>
                <a:gd name="T31" fmla="*/ 60 h 67"/>
                <a:gd name="T32" fmla="*/ 2 w 159"/>
                <a:gd name="T33" fmla="*/ 65 h 67"/>
                <a:gd name="T34" fmla="*/ 5 w 159"/>
                <a:gd name="T35" fmla="*/ 67 h 67"/>
                <a:gd name="T36" fmla="*/ 154 w 159"/>
                <a:gd name="T37" fmla="*/ 67 h 67"/>
                <a:gd name="T38" fmla="*/ 158 w 159"/>
                <a:gd name="T39" fmla="*/ 65 h 67"/>
                <a:gd name="T40" fmla="*/ 158 w 159"/>
                <a:gd name="T41" fmla="*/ 6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9" h="67">
                  <a:moveTo>
                    <a:pt x="158" y="60"/>
                  </a:moveTo>
                  <a:cubicBezTo>
                    <a:pt x="136" y="3"/>
                    <a:pt x="136" y="3"/>
                    <a:pt x="136" y="3"/>
                  </a:cubicBezTo>
                  <a:cubicBezTo>
                    <a:pt x="135" y="2"/>
                    <a:pt x="133" y="0"/>
                    <a:pt x="132" y="0"/>
                  </a:cubicBezTo>
                  <a:cubicBezTo>
                    <a:pt x="118" y="0"/>
                    <a:pt x="118" y="0"/>
                    <a:pt x="118" y="0"/>
                  </a:cubicBezTo>
                  <a:cubicBezTo>
                    <a:pt x="115" y="0"/>
                    <a:pt x="113" y="3"/>
                    <a:pt x="113" y="5"/>
                  </a:cubicBezTo>
                  <a:cubicBezTo>
                    <a:pt x="113" y="8"/>
                    <a:pt x="115" y="10"/>
                    <a:pt x="118" y="10"/>
                  </a:cubicBezTo>
                  <a:cubicBezTo>
                    <a:pt x="128" y="10"/>
                    <a:pt x="128" y="10"/>
                    <a:pt x="128" y="10"/>
                  </a:cubicBezTo>
                  <a:cubicBezTo>
                    <a:pt x="147" y="57"/>
                    <a:pt x="147" y="57"/>
                    <a:pt x="147" y="57"/>
                  </a:cubicBezTo>
                  <a:cubicBezTo>
                    <a:pt x="12" y="57"/>
                    <a:pt x="12" y="57"/>
                    <a:pt x="12" y="57"/>
                  </a:cubicBezTo>
                  <a:cubicBezTo>
                    <a:pt x="31" y="10"/>
                    <a:pt x="31" y="10"/>
                    <a:pt x="31" y="10"/>
                  </a:cubicBezTo>
                  <a:cubicBezTo>
                    <a:pt x="42" y="10"/>
                    <a:pt x="42" y="10"/>
                    <a:pt x="42" y="10"/>
                  </a:cubicBezTo>
                  <a:cubicBezTo>
                    <a:pt x="44" y="10"/>
                    <a:pt x="46" y="8"/>
                    <a:pt x="46" y="5"/>
                  </a:cubicBezTo>
                  <a:cubicBezTo>
                    <a:pt x="46" y="3"/>
                    <a:pt x="44" y="0"/>
                    <a:pt x="42" y="0"/>
                  </a:cubicBezTo>
                  <a:cubicBezTo>
                    <a:pt x="28" y="0"/>
                    <a:pt x="28" y="0"/>
                    <a:pt x="28" y="0"/>
                  </a:cubicBezTo>
                  <a:cubicBezTo>
                    <a:pt x="26" y="0"/>
                    <a:pt x="24" y="2"/>
                    <a:pt x="24" y="3"/>
                  </a:cubicBezTo>
                  <a:cubicBezTo>
                    <a:pt x="1" y="60"/>
                    <a:pt x="1" y="60"/>
                    <a:pt x="1" y="60"/>
                  </a:cubicBezTo>
                  <a:cubicBezTo>
                    <a:pt x="0" y="62"/>
                    <a:pt x="1" y="63"/>
                    <a:pt x="2" y="65"/>
                  </a:cubicBezTo>
                  <a:cubicBezTo>
                    <a:pt x="2" y="66"/>
                    <a:pt x="4" y="67"/>
                    <a:pt x="5" y="67"/>
                  </a:cubicBezTo>
                  <a:cubicBezTo>
                    <a:pt x="154" y="67"/>
                    <a:pt x="154" y="67"/>
                    <a:pt x="154" y="67"/>
                  </a:cubicBezTo>
                  <a:cubicBezTo>
                    <a:pt x="156" y="67"/>
                    <a:pt x="157" y="66"/>
                    <a:pt x="158" y="65"/>
                  </a:cubicBezTo>
                  <a:cubicBezTo>
                    <a:pt x="159" y="63"/>
                    <a:pt x="159" y="62"/>
                    <a:pt x="158" y="6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Light"/>
                <a:ea typeface="+mn-ea"/>
                <a:cs typeface="+mn-cs"/>
              </a:endParaRPr>
            </a:p>
          </p:txBody>
        </p:sp>
        <p:sp>
          <p:nvSpPr>
            <p:cNvPr id="11" name="Freeform 375">
              <a:extLst>
                <a:ext uri="{FF2B5EF4-FFF2-40B4-BE49-F238E27FC236}">
                  <a16:creationId xmlns:a16="http://schemas.microsoft.com/office/drawing/2014/main" id="{F6DD9DE9-B23B-C970-D8BD-346D3726CA42}"/>
                </a:ext>
              </a:extLst>
            </p:cNvPr>
            <p:cNvSpPr>
              <a:spLocks noEditPoints="1"/>
            </p:cNvSpPr>
            <p:nvPr/>
          </p:nvSpPr>
          <p:spPr bwMode="auto">
            <a:xfrm>
              <a:off x="9318625" y="3022600"/>
              <a:ext cx="114300" cy="114300"/>
            </a:xfrm>
            <a:custGeom>
              <a:avLst/>
              <a:gdLst>
                <a:gd name="T0" fmla="*/ 54 w 54"/>
                <a:gd name="T1" fmla="*/ 27 h 54"/>
                <a:gd name="T2" fmla="*/ 27 w 54"/>
                <a:gd name="T3" fmla="*/ 0 h 54"/>
                <a:gd name="T4" fmla="*/ 0 w 54"/>
                <a:gd name="T5" fmla="*/ 27 h 54"/>
                <a:gd name="T6" fmla="*/ 27 w 54"/>
                <a:gd name="T7" fmla="*/ 54 h 54"/>
                <a:gd name="T8" fmla="*/ 54 w 54"/>
                <a:gd name="T9" fmla="*/ 27 h 54"/>
                <a:gd name="T10" fmla="*/ 27 w 54"/>
                <a:gd name="T11" fmla="*/ 44 h 54"/>
                <a:gd name="T12" fmla="*/ 9 w 54"/>
                <a:gd name="T13" fmla="*/ 27 h 54"/>
                <a:gd name="T14" fmla="*/ 27 w 54"/>
                <a:gd name="T15" fmla="*/ 9 h 54"/>
                <a:gd name="T16" fmla="*/ 44 w 54"/>
                <a:gd name="T17" fmla="*/ 27 h 54"/>
                <a:gd name="T18" fmla="*/ 27 w 54"/>
                <a:gd name="T19" fmla="*/ 4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 h="54">
                  <a:moveTo>
                    <a:pt x="54" y="27"/>
                  </a:moveTo>
                  <a:cubicBezTo>
                    <a:pt x="54" y="12"/>
                    <a:pt x="42" y="0"/>
                    <a:pt x="27" y="0"/>
                  </a:cubicBezTo>
                  <a:cubicBezTo>
                    <a:pt x="12" y="0"/>
                    <a:pt x="0" y="12"/>
                    <a:pt x="0" y="27"/>
                  </a:cubicBezTo>
                  <a:cubicBezTo>
                    <a:pt x="0" y="42"/>
                    <a:pt x="12" y="54"/>
                    <a:pt x="27" y="54"/>
                  </a:cubicBezTo>
                  <a:cubicBezTo>
                    <a:pt x="42" y="54"/>
                    <a:pt x="54" y="42"/>
                    <a:pt x="54" y="27"/>
                  </a:cubicBezTo>
                  <a:close/>
                  <a:moveTo>
                    <a:pt x="27" y="44"/>
                  </a:moveTo>
                  <a:cubicBezTo>
                    <a:pt x="17" y="44"/>
                    <a:pt x="9" y="36"/>
                    <a:pt x="9" y="27"/>
                  </a:cubicBezTo>
                  <a:cubicBezTo>
                    <a:pt x="9" y="17"/>
                    <a:pt x="17" y="9"/>
                    <a:pt x="27" y="9"/>
                  </a:cubicBezTo>
                  <a:cubicBezTo>
                    <a:pt x="36" y="9"/>
                    <a:pt x="44" y="17"/>
                    <a:pt x="44" y="27"/>
                  </a:cubicBezTo>
                  <a:cubicBezTo>
                    <a:pt x="44" y="36"/>
                    <a:pt x="36" y="44"/>
                    <a:pt x="27" y="4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Light"/>
                <a:ea typeface="+mn-ea"/>
                <a:cs typeface="+mn-cs"/>
              </a:endParaRPr>
            </a:p>
          </p:txBody>
        </p:sp>
        <p:sp>
          <p:nvSpPr>
            <p:cNvPr id="12" name="Freeform 376">
              <a:extLst>
                <a:ext uri="{FF2B5EF4-FFF2-40B4-BE49-F238E27FC236}">
                  <a16:creationId xmlns:a16="http://schemas.microsoft.com/office/drawing/2014/main" id="{DA9E27D4-3245-E48F-DD87-44F9FF82E7D8}"/>
                </a:ext>
              </a:extLst>
            </p:cNvPr>
            <p:cNvSpPr>
              <a:spLocks noEditPoints="1"/>
            </p:cNvSpPr>
            <p:nvPr/>
          </p:nvSpPr>
          <p:spPr bwMode="auto">
            <a:xfrm>
              <a:off x="9234488" y="2944813"/>
              <a:ext cx="280987" cy="420688"/>
            </a:xfrm>
            <a:custGeom>
              <a:avLst/>
              <a:gdLst>
                <a:gd name="T0" fmla="*/ 67 w 133"/>
                <a:gd name="T1" fmla="*/ 200 h 200"/>
                <a:gd name="T2" fmla="*/ 71 w 133"/>
                <a:gd name="T3" fmla="*/ 198 h 200"/>
                <a:gd name="T4" fmla="*/ 133 w 133"/>
                <a:gd name="T5" fmla="*/ 67 h 200"/>
                <a:gd name="T6" fmla="*/ 67 w 133"/>
                <a:gd name="T7" fmla="*/ 0 h 200"/>
                <a:gd name="T8" fmla="*/ 0 w 133"/>
                <a:gd name="T9" fmla="*/ 67 h 200"/>
                <a:gd name="T10" fmla="*/ 63 w 133"/>
                <a:gd name="T11" fmla="*/ 198 h 200"/>
                <a:gd name="T12" fmla="*/ 67 w 133"/>
                <a:gd name="T13" fmla="*/ 200 h 200"/>
                <a:gd name="T14" fmla="*/ 67 w 133"/>
                <a:gd name="T15" fmla="*/ 10 h 200"/>
                <a:gd name="T16" fmla="*/ 124 w 133"/>
                <a:gd name="T17" fmla="*/ 67 h 200"/>
                <a:gd name="T18" fmla="*/ 67 w 133"/>
                <a:gd name="T19" fmla="*/ 186 h 200"/>
                <a:gd name="T20" fmla="*/ 10 w 133"/>
                <a:gd name="T21" fmla="*/ 67 h 200"/>
                <a:gd name="T22" fmla="*/ 67 w 133"/>
                <a:gd name="T23" fmla="*/ 1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3" h="200">
                  <a:moveTo>
                    <a:pt x="67" y="200"/>
                  </a:moveTo>
                  <a:cubicBezTo>
                    <a:pt x="68" y="200"/>
                    <a:pt x="70" y="199"/>
                    <a:pt x="71" y="198"/>
                  </a:cubicBezTo>
                  <a:cubicBezTo>
                    <a:pt x="73" y="194"/>
                    <a:pt x="133" y="102"/>
                    <a:pt x="133" y="67"/>
                  </a:cubicBezTo>
                  <a:cubicBezTo>
                    <a:pt x="133" y="30"/>
                    <a:pt x="103" y="0"/>
                    <a:pt x="67" y="0"/>
                  </a:cubicBezTo>
                  <a:cubicBezTo>
                    <a:pt x="30" y="0"/>
                    <a:pt x="0" y="30"/>
                    <a:pt x="0" y="67"/>
                  </a:cubicBezTo>
                  <a:cubicBezTo>
                    <a:pt x="0" y="102"/>
                    <a:pt x="60" y="194"/>
                    <a:pt x="63" y="198"/>
                  </a:cubicBezTo>
                  <a:cubicBezTo>
                    <a:pt x="64" y="199"/>
                    <a:pt x="65" y="200"/>
                    <a:pt x="67" y="200"/>
                  </a:cubicBezTo>
                  <a:close/>
                  <a:moveTo>
                    <a:pt x="67" y="10"/>
                  </a:moveTo>
                  <a:cubicBezTo>
                    <a:pt x="98" y="10"/>
                    <a:pt x="124" y="35"/>
                    <a:pt x="124" y="67"/>
                  </a:cubicBezTo>
                  <a:cubicBezTo>
                    <a:pt x="124" y="94"/>
                    <a:pt x="80" y="165"/>
                    <a:pt x="67" y="186"/>
                  </a:cubicBezTo>
                  <a:cubicBezTo>
                    <a:pt x="53" y="165"/>
                    <a:pt x="10" y="94"/>
                    <a:pt x="10" y="67"/>
                  </a:cubicBezTo>
                  <a:cubicBezTo>
                    <a:pt x="10" y="35"/>
                    <a:pt x="35" y="10"/>
                    <a:pt x="67" y="1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Light"/>
                <a:ea typeface="+mn-ea"/>
                <a:cs typeface="+mn-cs"/>
              </a:endParaRPr>
            </a:p>
          </p:txBody>
        </p:sp>
      </p:grpSp>
      <p:grpSp>
        <p:nvGrpSpPr>
          <p:cNvPr id="13" name="Group 12">
            <a:extLst>
              <a:ext uri="{FF2B5EF4-FFF2-40B4-BE49-F238E27FC236}">
                <a16:creationId xmlns:a16="http://schemas.microsoft.com/office/drawing/2014/main" id="{6CEB011A-8F18-0EC3-E387-FA1677AD2CB2}"/>
              </a:ext>
            </a:extLst>
          </p:cNvPr>
          <p:cNvGrpSpPr>
            <a:grpSpLocks noChangeAspect="1"/>
          </p:cNvGrpSpPr>
          <p:nvPr userDrawn="1"/>
        </p:nvGrpSpPr>
        <p:grpSpPr>
          <a:xfrm>
            <a:off x="6384874" y="2295962"/>
            <a:ext cx="420325" cy="444274"/>
            <a:chOff x="11280776" y="3148013"/>
            <a:chExt cx="557213" cy="588962"/>
          </a:xfrm>
          <a:solidFill>
            <a:srgbClr val="046A38"/>
          </a:solidFill>
        </p:grpSpPr>
        <p:sp>
          <p:nvSpPr>
            <p:cNvPr id="14" name="Freeform 532">
              <a:extLst>
                <a:ext uri="{FF2B5EF4-FFF2-40B4-BE49-F238E27FC236}">
                  <a16:creationId xmlns:a16="http://schemas.microsoft.com/office/drawing/2014/main" id="{5157ED9D-E77C-099D-5444-D5D929E64A92}"/>
                </a:ext>
              </a:extLst>
            </p:cNvPr>
            <p:cNvSpPr>
              <a:spLocks noEditPoints="1"/>
            </p:cNvSpPr>
            <p:nvPr/>
          </p:nvSpPr>
          <p:spPr bwMode="auto">
            <a:xfrm>
              <a:off x="11280776" y="3148013"/>
              <a:ext cx="557213" cy="588962"/>
            </a:xfrm>
            <a:custGeom>
              <a:avLst/>
              <a:gdLst>
                <a:gd name="T0" fmla="*/ 222 w 225"/>
                <a:gd name="T1" fmla="*/ 12 h 238"/>
                <a:gd name="T2" fmla="*/ 174 w 225"/>
                <a:gd name="T3" fmla="*/ 1 h 238"/>
                <a:gd name="T4" fmla="*/ 171 w 225"/>
                <a:gd name="T5" fmla="*/ 1 h 238"/>
                <a:gd name="T6" fmla="*/ 114 w 225"/>
                <a:gd name="T7" fmla="*/ 27 h 238"/>
                <a:gd name="T8" fmla="*/ 61 w 225"/>
                <a:gd name="T9" fmla="*/ 5 h 238"/>
                <a:gd name="T10" fmla="*/ 58 w 225"/>
                <a:gd name="T11" fmla="*/ 5 h 238"/>
                <a:gd name="T12" fmla="*/ 3 w 225"/>
                <a:gd name="T13" fmla="*/ 27 h 238"/>
                <a:gd name="T14" fmla="*/ 0 w 225"/>
                <a:gd name="T15" fmla="*/ 31 h 238"/>
                <a:gd name="T16" fmla="*/ 0 w 225"/>
                <a:gd name="T17" fmla="*/ 182 h 238"/>
                <a:gd name="T18" fmla="*/ 2 w 225"/>
                <a:gd name="T19" fmla="*/ 186 h 238"/>
                <a:gd name="T20" fmla="*/ 6 w 225"/>
                <a:gd name="T21" fmla="*/ 187 h 238"/>
                <a:gd name="T22" fmla="*/ 60 w 225"/>
                <a:gd name="T23" fmla="*/ 166 h 238"/>
                <a:gd name="T24" fmla="*/ 112 w 225"/>
                <a:gd name="T25" fmla="*/ 188 h 238"/>
                <a:gd name="T26" fmla="*/ 114 w 225"/>
                <a:gd name="T27" fmla="*/ 188 h 238"/>
                <a:gd name="T28" fmla="*/ 116 w 225"/>
                <a:gd name="T29" fmla="*/ 188 h 238"/>
                <a:gd name="T30" fmla="*/ 124 w 225"/>
                <a:gd name="T31" fmla="*/ 184 h 238"/>
                <a:gd name="T32" fmla="*/ 154 w 225"/>
                <a:gd name="T33" fmla="*/ 236 h 238"/>
                <a:gd name="T34" fmla="*/ 158 w 225"/>
                <a:gd name="T35" fmla="*/ 238 h 238"/>
                <a:gd name="T36" fmla="*/ 162 w 225"/>
                <a:gd name="T37" fmla="*/ 236 h 238"/>
                <a:gd name="T38" fmla="*/ 199 w 225"/>
                <a:gd name="T39" fmla="*/ 168 h 238"/>
                <a:gd name="T40" fmla="*/ 220 w 225"/>
                <a:gd name="T41" fmla="*/ 172 h 238"/>
                <a:gd name="T42" fmla="*/ 224 w 225"/>
                <a:gd name="T43" fmla="*/ 171 h 238"/>
                <a:gd name="T44" fmla="*/ 225 w 225"/>
                <a:gd name="T45" fmla="*/ 168 h 238"/>
                <a:gd name="T46" fmla="*/ 225 w 225"/>
                <a:gd name="T47" fmla="*/ 16 h 238"/>
                <a:gd name="T48" fmla="*/ 222 w 225"/>
                <a:gd name="T49" fmla="*/ 12 h 238"/>
                <a:gd name="T50" fmla="*/ 158 w 225"/>
                <a:gd name="T51" fmla="*/ 224 h 238"/>
                <a:gd name="T52" fmla="*/ 119 w 225"/>
                <a:gd name="T53" fmla="*/ 144 h 238"/>
                <a:gd name="T54" fmla="*/ 158 w 225"/>
                <a:gd name="T55" fmla="*/ 106 h 238"/>
                <a:gd name="T56" fmla="*/ 196 w 225"/>
                <a:gd name="T57" fmla="*/ 144 h 238"/>
                <a:gd name="T58" fmla="*/ 158 w 225"/>
                <a:gd name="T59" fmla="*/ 224 h 238"/>
                <a:gd name="T60" fmla="*/ 216 w 225"/>
                <a:gd name="T61" fmla="*/ 162 h 238"/>
                <a:gd name="T62" fmla="*/ 202 w 225"/>
                <a:gd name="T63" fmla="*/ 159 h 238"/>
                <a:gd name="T64" fmla="*/ 205 w 225"/>
                <a:gd name="T65" fmla="*/ 144 h 238"/>
                <a:gd name="T66" fmla="*/ 158 w 225"/>
                <a:gd name="T67" fmla="*/ 96 h 238"/>
                <a:gd name="T68" fmla="*/ 110 w 225"/>
                <a:gd name="T69" fmla="*/ 144 h 238"/>
                <a:gd name="T70" fmla="*/ 120 w 225"/>
                <a:gd name="T71" fmla="*/ 176 h 238"/>
                <a:gd name="T72" fmla="*/ 114 w 225"/>
                <a:gd name="T73" fmla="*/ 178 h 238"/>
                <a:gd name="T74" fmla="*/ 61 w 225"/>
                <a:gd name="T75" fmla="*/ 157 h 238"/>
                <a:gd name="T76" fmla="*/ 60 w 225"/>
                <a:gd name="T77" fmla="*/ 156 h 238"/>
                <a:gd name="T78" fmla="*/ 58 w 225"/>
                <a:gd name="T79" fmla="*/ 156 h 238"/>
                <a:gd name="T80" fmla="*/ 9 w 225"/>
                <a:gd name="T81" fmla="*/ 175 h 238"/>
                <a:gd name="T82" fmla="*/ 9 w 225"/>
                <a:gd name="T83" fmla="*/ 34 h 238"/>
                <a:gd name="T84" fmla="*/ 60 w 225"/>
                <a:gd name="T85" fmla="*/ 15 h 238"/>
                <a:gd name="T86" fmla="*/ 112 w 225"/>
                <a:gd name="T87" fmla="*/ 37 h 238"/>
                <a:gd name="T88" fmla="*/ 116 w 225"/>
                <a:gd name="T89" fmla="*/ 37 h 238"/>
                <a:gd name="T90" fmla="*/ 174 w 225"/>
                <a:gd name="T91" fmla="*/ 10 h 238"/>
                <a:gd name="T92" fmla="*/ 216 w 225"/>
                <a:gd name="T93" fmla="*/ 20 h 238"/>
                <a:gd name="T94" fmla="*/ 216 w 225"/>
                <a:gd name="T95" fmla="*/ 162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25" h="238">
                  <a:moveTo>
                    <a:pt x="222" y="12"/>
                  </a:moveTo>
                  <a:cubicBezTo>
                    <a:pt x="174" y="1"/>
                    <a:pt x="174" y="1"/>
                    <a:pt x="174" y="1"/>
                  </a:cubicBezTo>
                  <a:cubicBezTo>
                    <a:pt x="173" y="0"/>
                    <a:pt x="172" y="0"/>
                    <a:pt x="171" y="1"/>
                  </a:cubicBezTo>
                  <a:cubicBezTo>
                    <a:pt x="114" y="27"/>
                    <a:pt x="114" y="27"/>
                    <a:pt x="114" y="27"/>
                  </a:cubicBezTo>
                  <a:cubicBezTo>
                    <a:pt x="61" y="5"/>
                    <a:pt x="61" y="5"/>
                    <a:pt x="61" y="5"/>
                  </a:cubicBezTo>
                  <a:cubicBezTo>
                    <a:pt x="60" y="5"/>
                    <a:pt x="59" y="5"/>
                    <a:pt x="58" y="5"/>
                  </a:cubicBezTo>
                  <a:cubicBezTo>
                    <a:pt x="3" y="27"/>
                    <a:pt x="3" y="27"/>
                    <a:pt x="3" y="27"/>
                  </a:cubicBezTo>
                  <a:cubicBezTo>
                    <a:pt x="1" y="27"/>
                    <a:pt x="0" y="29"/>
                    <a:pt x="0" y="31"/>
                  </a:cubicBezTo>
                  <a:cubicBezTo>
                    <a:pt x="0" y="182"/>
                    <a:pt x="0" y="182"/>
                    <a:pt x="0" y="182"/>
                  </a:cubicBezTo>
                  <a:cubicBezTo>
                    <a:pt x="0" y="184"/>
                    <a:pt x="0" y="185"/>
                    <a:pt x="2" y="186"/>
                  </a:cubicBezTo>
                  <a:cubicBezTo>
                    <a:pt x="3" y="187"/>
                    <a:pt x="5" y="187"/>
                    <a:pt x="6" y="187"/>
                  </a:cubicBezTo>
                  <a:cubicBezTo>
                    <a:pt x="60" y="166"/>
                    <a:pt x="60" y="166"/>
                    <a:pt x="60" y="166"/>
                  </a:cubicBezTo>
                  <a:cubicBezTo>
                    <a:pt x="112" y="188"/>
                    <a:pt x="112" y="188"/>
                    <a:pt x="112" y="188"/>
                  </a:cubicBezTo>
                  <a:cubicBezTo>
                    <a:pt x="113" y="188"/>
                    <a:pt x="113" y="188"/>
                    <a:pt x="114" y="188"/>
                  </a:cubicBezTo>
                  <a:cubicBezTo>
                    <a:pt x="115" y="188"/>
                    <a:pt x="115" y="188"/>
                    <a:pt x="116" y="188"/>
                  </a:cubicBezTo>
                  <a:cubicBezTo>
                    <a:pt x="124" y="184"/>
                    <a:pt x="124" y="184"/>
                    <a:pt x="124" y="184"/>
                  </a:cubicBezTo>
                  <a:cubicBezTo>
                    <a:pt x="136" y="208"/>
                    <a:pt x="151" y="232"/>
                    <a:pt x="154" y="236"/>
                  </a:cubicBezTo>
                  <a:cubicBezTo>
                    <a:pt x="154" y="237"/>
                    <a:pt x="156" y="238"/>
                    <a:pt x="158" y="238"/>
                  </a:cubicBezTo>
                  <a:cubicBezTo>
                    <a:pt x="159" y="238"/>
                    <a:pt x="161" y="237"/>
                    <a:pt x="162" y="236"/>
                  </a:cubicBezTo>
                  <a:cubicBezTo>
                    <a:pt x="165" y="231"/>
                    <a:pt x="188" y="195"/>
                    <a:pt x="199" y="168"/>
                  </a:cubicBezTo>
                  <a:cubicBezTo>
                    <a:pt x="220" y="172"/>
                    <a:pt x="220" y="172"/>
                    <a:pt x="220" y="172"/>
                  </a:cubicBezTo>
                  <a:cubicBezTo>
                    <a:pt x="221" y="173"/>
                    <a:pt x="222" y="172"/>
                    <a:pt x="224" y="171"/>
                  </a:cubicBezTo>
                  <a:cubicBezTo>
                    <a:pt x="225" y="170"/>
                    <a:pt x="225" y="169"/>
                    <a:pt x="225" y="168"/>
                  </a:cubicBezTo>
                  <a:cubicBezTo>
                    <a:pt x="225" y="16"/>
                    <a:pt x="225" y="16"/>
                    <a:pt x="225" y="16"/>
                  </a:cubicBezTo>
                  <a:cubicBezTo>
                    <a:pt x="225" y="14"/>
                    <a:pt x="224" y="12"/>
                    <a:pt x="222" y="12"/>
                  </a:cubicBezTo>
                  <a:close/>
                  <a:moveTo>
                    <a:pt x="158" y="224"/>
                  </a:moveTo>
                  <a:cubicBezTo>
                    <a:pt x="144" y="203"/>
                    <a:pt x="119" y="160"/>
                    <a:pt x="119" y="144"/>
                  </a:cubicBezTo>
                  <a:cubicBezTo>
                    <a:pt x="119" y="123"/>
                    <a:pt x="136" y="106"/>
                    <a:pt x="158" y="106"/>
                  </a:cubicBezTo>
                  <a:cubicBezTo>
                    <a:pt x="179" y="106"/>
                    <a:pt x="196" y="123"/>
                    <a:pt x="196" y="144"/>
                  </a:cubicBezTo>
                  <a:cubicBezTo>
                    <a:pt x="196" y="160"/>
                    <a:pt x="171" y="203"/>
                    <a:pt x="158" y="224"/>
                  </a:cubicBezTo>
                  <a:close/>
                  <a:moveTo>
                    <a:pt x="216" y="162"/>
                  </a:moveTo>
                  <a:cubicBezTo>
                    <a:pt x="202" y="159"/>
                    <a:pt x="202" y="159"/>
                    <a:pt x="202" y="159"/>
                  </a:cubicBezTo>
                  <a:cubicBezTo>
                    <a:pt x="204" y="153"/>
                    <a:pt x="205" y="148"/>
                    <a:pt x="205" y="144"/>
                  </a:cubicBezTo>
                  <a:cubicBezTo>
                    <a:pt x="205" y="117"/>
                    <a:pt x="184" y="96"/>
                    <a:pt x="158" y="96"/>
                  </a:cubicBezTo>
                  <a:cubicBezTo>
                    <a:pt x="131" y="96"/>
                    <a:pt x="110" y="117"/>
                    <a:pt x="110" y="144"/>
                  </a:cubicBezTo>
                  <a:cubicBezTo>
                    <a:pt x="110" y="152"/>
                    <a:pt x="114" y="163"/>
                    <a:pt x="120" y="176"/>
                  </a:cubicBezTo>
                  <a:cubicBezTo>
                    <a:pt x="114" y="178"/>
                    <a:pt x="114" y="178"/>
                    <a:pt x="114" y="178"/>
                  </a:cubicBezTo>
                  <a:cubicBezTo>
                    <a:pt x="61" y="157"/>
                    <a:pt x="61" y="157"/>
                    <a:pt x="61" y="157"/>
                  </a:cubicBezTo>
                  <a:cubicBezTo>
                    <a:pt x="61" y="156"/>
                    <a:pt x="60" y="156"/>
                    <a:pt x="60" y="156"/>
                  </a:cubicBezTo>
                  <a:cubicBezTo>
                    <a:pt x="59" y="156"/>
                    <a:pt x="58" y="156"/>
                    <a:pt x="58" y="156"/>
                  </a:cubicBezTo>
                  <a:cubicBezTo>
                    <a:pt x="9" y="175"/>
                    <a:pt x="9" y="175"/>
                    <a:pt x="9" y="175"/>
                  </a:cubicBezTo>
                  <a:cubicBezTo>
                    <a:pt x="9" y="34"/>
                    <a:pt x="9" y="34"/>
                    <a:pt x="9" y="34"/>
                  </a:cubicBezTo>
                  <a:cubicBezTo>
                    <a:pt x="60" y="15"/>
                    <a:pt x="60" y="15"/>
                    <a:pt x="60" y="15"/>
                  </a:cubicBezTo>
                  <a:cubicBezTo>
                    <a:pt x="112" y="37"/>
                    <a:pt x="112" y="37"/>
                    <a:pt x="112" y="37"/>
                  </a:cubicBezTo>
                  <a:cubicBezTo>
                    <a:pt x="113" y="37"/>
                    <a:pt x="115" y="37"/>
                    <a:pt x="116" y="37"/>
                  </a:cubicBezTo>
                  <a:cubicBezTo>
                    <a:pt x="174" y="10"/>
                    <a:pt x="174" y="10"/>
                    <a:pt x="174" y="10"/>
                  </a:cubicBezTo>
                  <a:cubicBezTo>
                    <a:pt x="216" y="20"/>
                    <a:pt x="216" y="20"/>
                    <a:pt x="216" y="20"/>
                  </a:cubicBezTo>
                  <a:lnTo>
                    <a:pt x="216" y="16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Light"/>
                <a:ea typeface="+mn-ea"/>
                <a:cs typeface="+mn-cs"/>
              </a:endParaRPr>
            </a:p>
          </p:txBody>
        </p:sp>
        <p:sp>
          <p:nvSpPr>
            <p:cNvPr id="15" name="Freeform 533">
              <a:extLst>
                <a:ext uri="{FF2B5EF4-FFF2-40B4-BE49-F238E27FC236}">
                  <a16:creationId xmlns:a16="http://schemas.microsoft.com/office/drawing/2014/main" id="{3C484DE5-0A8F-1D21-DE20-E68B0240E712}"/>
                </a:ext>
              </a:extLst>
            </p:cNvPr>
            <p:cNvSpPr>
              <a:spLocks/>
            </p:cNvSpPr>
            <p:nvPr/>
          </p:nvSpPr>
          <p:spPr bwMode="auto">
            <a:xfrm>
              <a:off x="11417301" y="3232150"/>
              <a:ext cx="22225" cy="260350"/>
            </a:xfrm>
            <a:custGeom>
              <a:avLst/>
              <a:gdLst>
                <a:gd name="T0" fmla="*/ 5 w 9"/>
                <a:gd name="T1" fmla="*/ 0 h 105"/>
                <a:gd name="T2" fmla="*/ 0 w 9"/>
                <a:gd name="T3" fmla="*/ 5 h 105"/>
                <a:gd name="T4" fmla="*/ 0 w 9"/>
                <a:gd name="T5" fmla="*/ 101 h 105"/>
                <a:gd name="T6" fmla="*/ 5 w 9"/>
                <a:gd name="T7" fmla="*/ 105 h 105"/>
                <a:gd name="T8" fmla="*/ 9 w 9"/>
                <a:gd name="T9" fmla="*/ 101 h 105"/>
                <a:gd name="T10" fmla="*/ 9 w 9"/>
                <a:gd name="T11" fmla="*/ 5 h 105"/>
                <a:gd name="T12" fmla="*/ 5 w 9"/>
                <a:gd name="T13" fmla="*/ 0 h 105"/>
              </a:gdLst>
              <a:ahLst/>
              <a:cxnLst>
                <a:cxn ang="0">
                  <a:pos x="T0" y="T1"/>
                </a:cxn>
                <a:cxn ang="0">
                  <a:pos x="T2" y="T3"/>
                </a:cxn>
                <a:cxn ang="0">
                  <a:pos x="T4" y="T5"/>
                </a:cxn>
                <a:cxn ang="0">
                  <a:pos x="T6" y="T7"/>
                </a:cxn>
                <a:cxn ang="0">
                  <a:pos x="T8" y="T9"/>
                </a:cxn>
                <a:cxn ang="0">
                  <a:pos x="T10" y="T11"/>
                </a:cxn>
                <a:cxn ang="0">
                  <a:pos x="T12" y="T13"/>
                </a:cxn>
              </a:cxnLst>
              <a:rect l="0" t="0" r="r" b="b"/>
              <a:pathLst>
                <a:path w="9" h="105">
                  <a:moveTo>
                    <a:pt x="5" y="0"/>
                  </a:moveTo>
                  <a:cubicBezTo>
                    <a:pt x="2" y="0"/>
                    <a:pt x="0" y="2"/>
                    <a:pt x="0" y="5"/>
                  </a:cubicBezTo>
                  <a:cubicBezTo>
                    <a:pt x="0" y="101"/>
                    <a:pt x="0" y="101"/>
                    <a:pt x="0" y="101"/>
                  </a:cubicBezTo>
                  <a:cubicBezTo>
                    <a:pt x="0" y="103"/>
                    <a:pt x="2" y="105"/>
                    <a:pt x="5" y="105"/>
                  </a:cubicBezTo>
                  <a:cubicBezTo>
                    <a:pt x="7" y="105"/>
                    <a:pt x="9" y="103"/>
                    <a:pt x="9" y="101"/>
                  </a:cubicBezTo>
                  <a:cubicBezTo>
                    <a:pt x="9" y="5"/>
                    <a:pt x="9" y="5"/>
                    <a:pt x="9" y="5"/>
                  </a:cubicBezTo>
                  <a:cubicBezTo>
                    <a:pt x="9" y="2"/>
                    <a:pt x="7" y="0"/>
                    <a:pt x="5"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Light"/>
                <a:ea typeface="+mn-ea"/>
                <a:cs typeface="+mn-cs"/>
              </a:endParaRPr>
            </a:p>
          </p:txBody>
        </p:sp>
        <p:sp>
          <p:nvSpPr>
            <p:cNvPr id="16" name="Freeform 534">
              <a:extLst>
                <a:ext uri="{FF2B5EF4-FFF2-40B4-BE49-F238E27FC236}">
                  <a16:creationId xmlns:a16="http://schemas.microsoft.com/office/drawing/2014/main" id="{2CFF5A7E-7B9E-29D4-BD78-573529598B5B}"/>
                </a:ext>
              </a:extLst>
            </p:cNvPr>
            <p:cNvSpPr>
              <a:spLocks/>
            </p:cNvSpPr>
            <p:nvPr/>
          </p:nvSpPr>
          <p:spPr bwMode="auto">
            <a:xfrm>
              <a:off x="11550651" y="3276600"/>
              <a:ext cx="25400" cy="115887"/>
            </a:xfrm>
            <a:custGeom>
              <a:avLst/>
              <a:gdLst>
                <a:gd name="T0" fmla="*/ 5 w 10"/>
                <a:gd name="T1" fmla="*/ 0 h 47"/>
                <a:gd name="T2" fmla="*/ 0 w 10"/>
                <a:gd name="T3" fmla="*/ 5 h 47"/>
                <a:gd name="T4" fmla="*/ 0 w 10"/>
                <a:gd name="T5" fmla="*/ 42 h 47"/>
                <a:gd name="T6" fmla="*/ 5 w 10"/>
                <a:gd name="T7" fmla="*/ 47 h 47"/>
                <a:gd name="T8" fmla="*/ 10 w 10"/>
                <a:gd name="T9" fmla="*/ 42 h 47"/>
                <a:gd name="T10" fmla="*/ 10 w 10"/>
                <a:gd name="T11" fmla="*/ 5 h 47"/>
                <a:gd name="T12" fmla="*/ 5 w 10"/>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 h="47">
                  <a:moveTo>
                    <a:pt x="5" y="0"/>
                  </a:moveTo>
                  <a:cubicBezTo>
                    <a:pt x="2" y="0"/>
                    <a:pt x="0" y="3"/>
                    <a:pt x="0" y="5"/>
                  </a:cubicBezTo>
                  <a:cubicBezTo>
                    <a:pt x="0" y="42"/>
                    <a:pt x="0" y="42"/>
                    <a:pt x="0" y="42"/>
                  </a:cubicBezTo>
                  <a:cubicBezTo>
                    <a:pt x="0" y="44"/>
                    <a:pt x="2" y="47"/>
                    <a:pt x="5" y="47"/>
                  </a:cubicBezTo>
                  <a:cubicBezTo>
                    <a:pt x="8" y="47"/>
                    <a:pt x="10" y="44"/>
                    <a:pt x="10" y="42"/>
                  </a:cubicBezTo>
                  <a:cubicBezTo>
                    <a:pt x="10" y="5"/>
                    <a:pt x="10" y="5"/>
                    <a:pt x="10" y="5"/>
                  </a:cubicBezTo>
                  <a:cubicBezTo>
                    <a:pt x="10" y="3"/>
                    <a:pt x="8" y="0"/>
                    <a:pt x="5"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Light"/>
                <a:ea typeface="+mn-ea"/>
                <a:cs typeface="+mn-cs"/>
              </a:endParaRPr>
            </a:p>
          </p:txBody>
        </p:sp>
        <p:sp>
          <p:nvSpPr>
            <p:cNvPr id="17" name="Freeform 535">
              <a:extLst>
                <a:ext uri="{FF2B5EF4-FFF2-40B4-BE49-F238E27FC236}">
                  <a16:creationId xmlns:a16="http://schemas.microsoft.com/office/drawing/2014/main" id="{3D4B2CEA-6A16-3F05-9259-0B8E4A1EEB01}"/>
                </a:ext>
              </a:extLst>
            </p:cNvPr>
            <p:cNvSpPr>
              <a:spLocks/>
            </p:cNvSpPr>
            <p:nvPr/>
          </p:nvSpPr>
          <p:spPr bwMode="auto">
            <a:xfrm>
              <a:off x="11699876" y="3214688"/>
              <a:ext cx="25400" cy="142875"/>
            </a:xfrm>
            <a:custGeom>
              <a:avLst/>
              <a:gdLst>
                <a:gd name="T0" fmla="*/ 0 w 10"/>
                <a:gd name="T1" fmla="*/ 5 h 58"/>
                <a:gd name="T2" fmla="*/ 0 w 10"/>
                <a:gd name="T3" fmla="*/ 53 h 58"/>
                <a:gd name="T4" fmla="*/ 5 w 10"/>
                <a:gd name="T5" fmla="*/ 58 h 58"/>
                <a:gd name="T6" fmla="*/ 10 w 10"/>
                <a:gd name="T7" fmla="*/ 53 h 58"/>
                <a:gd name="T8" fmla="*/ 10 w 10"/>
                <a:gd name="T9" fmla="*/ 5 h 58"/>
                <a:gd name="T10" fmla="*/ 5 w 10"/>
                <a:gd name="T11" fmla="*/ 0 h 58"/>
                <a:gd name="T12" fmla="*/ 0 w 10"/>
                <a:gd name="T13" fmla="*/ 5 h 58"/>
              </a:gdLst>
              <a:ahLst/>
              <a:cxnLst>
                <a:cxn ang="0">
                  <a:pos x="T0" y="T1"/>
                </a:cxn>
                <a:cxn ang="0">
                  <a:pos x="T2" y="T3"/>
                </a:cxn>
                <a:cxn ang="0">
                  <a:pos x="T4" y="T5"/>
                </a:cxn>
                <a:cxn ang="0">
                  <a:pos x="T6" y="T7"/>
                </a:cxn>
                <a:cxn ang="0">
                  <a:pos x="T8" y="T9"/>
                </a:cxn>
                <a:cxn ang="0">
                  <a:pos x="T10" y="T11"/>
                </a:cxn>
                <a:cxn ang="0">
                  <a:pos x="T12" y="T13"/>
                </a:cxn>
              </a:cxnLst>
              <a:rect l="0" t="0" r="r" b="b"/>
              <a:pathLst>
                <a:path w="10" h="58">
                  <a:moveTo>
                    <a:pt x="0" y="5"/>
                  </a:moveTo>
                  <a:cubicBezTo>
                    <a:pt x="0" y="53"/>
                    <a:pt x="0" y="53"/>
                    <a:pt x="0" y="53"/>
                  </a:cubicBezTo>
                  <a:cubicBezTo>
                    <a:pt x="0" y="56"/>
                    <a:pt x="2" y="58"/>
                    <a:pt x="5" y="58"/>
                  </a:cubicBezTo>
                  <a:cubicBezTo>
                    <a:pt x="8" y="58"/>
                    <a:pt x="10" y="56"/>
                    <a:pt x="10" y="53"/>
                  </a:cubicBezTo>
                  <a:cubicBezTo>
                    <a:pt x="10" y="5"/>
                    <a:pt x="10" y="5"/>
                    <a:pt x="10" y="5"/>
                  </a:cubicBezTo>
                  <a:cubicBezTo>
                    <a:pt x="10" y="2"/>
                    <a:pt x="8" y="0"/>
                    <a:pt x="5" y="0"/>
                  </a:cubicBezTo>
                  <a:cubicBezTo>
                    <a:pt x="2" y="0"/>
                    <a:pt x="0" y="2"/>
                    <a:pt x="0" y="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Open Sans Light"/>
                <a:ea typeface="+mn-ea"/>
                <a:cs typeface="+mn-cs"/>
              </a:endParaRPr>
            </a:p>
          </p:txBody>
        </p:sp>
        <p:sp>
          <p:nvSpPr>
            <p:cNvPr id="18" name="Freeform 536">
              <a:extLst>
                <a:ext uri="{FF2B5EF4-FFF2-40B4-BE49-F238E27FC236}">
                  <a16:creationId xmlns:a16="http://schemas.microsoft.com/office/drawing/2014/main" id="{048CB95D-20DC-A1ED-C824-BE122436BCA0}"/>
                </a:ext>
              </a:extLst>
            </p:cNvPr>
            <p:cNvSpPr>
              <a:spLocks noEditPoints="1"/>
            </p:cNvSpPr>
            <p:nvPr/>
          </p:nvSpPr>
          <p:spPr bwMode="auto">
            <a:xfrm>
              <a:off x="11628438" y="3444875"/>
              <a:ext cx="85725" cy="88900"/>
            </a:xfrm>
            <a:custGeom>
              <a:avLst/>
              <a:gdLst>
                <a:gd name="T0" fmla="*/ 18 w 35"/>
                <a:gd name="T1" fmla="*/ 0 h 36"/>
                <a:gd name="T2" fmla="*/ 0 w 35"/>
                <a:gd name="T3" fmla="*/ 18 h 36"/>
                <a:gd name="T4" fmla="*/ 18 w 35"/>
                <a:gd name="T5" fmla="*/ 36 h 36"/>
                <a:gd name="T6" fmla="*/ 35 w 35"/>
                <a:gd name="T7" fmla="*/ 18 h 36"/>
                <a:gd name="T8" fmla="*/ 18 w 35"/>
                <a:gd name="T9" fmla="*/ 0 h 36"/>
                <a:gd name="T10" fmla="*/ 18 w 35"/>
                <a:gd name="T11" fmla="*/ 27 h 36"/>
                <a:gd name="T12" fmla="*/ 9 w 35"/>
                <a:gd name="T13" fmla="*/ 18 h 36"/>
                <a:gd name="T14" fmla="*/ 18 w 35"/>
                <a:gd name="T15" fmla="*/ 10 h 36"/>
                <a:gd name="T16" fmla="*/ 26 w 35"/>
                <a:gd name="T17" fmla="*/ 18 h 36"/>
                <a:gd name="T18" fmla="*/ 18 w 35"/>
                <a:gd name="T19" fmla="*/ 2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 h="36">
                  <a:moveTo>
                    <a:pt x="18" y="0"/>
                  </a:moveTo>
                  <a:cubicBezTo>
                    <a:pt x="8" y="0"/>
                    <a:pt x="0" y="8"/>
                    <a:pt x="0" y="18"/>
                  </a:cubicBezTo>
                  <a:cubicBezTo>
                    <a:pt x="0" y="28"/>
                    <a:pt x="8" y="36"/>
                    <a:pt x="18" y="36"/>
                  </a:cubicBezTo>
                  <a:cubicBezTo>
                    <a:pt x="27" y="36"/>
                    <a:pt x="35" y="28"/>
                    <a:pt x="35" y="18"/>
                  </a:cubicBezTo>
                  <a:cubicBezTo>
                    <a:pt x="35" y="8"/>
                    <a:pt x="27" y="0"/>
                    <a:pt x="18" y="0"/>
                  </a:cubicBezTo>
                  <a:close/>
                  <a:moveTo>
                    <a:pt x="18" y="27"/>
                  </a:moveTo>
                  <a:cubicBezTo>
                    <a:pt x="13" y="27"/>
                    <a:pt x="9" y="23"/>
                    <a:pt x="9" y="18"/>
                  </a:cubicBezTo>
                  <a:cubicBezTo>
                    <a:pt x="9" y="14"/>
                    <a:pt x="13" y="10"/>
                    <a:pt x="18" y="10"/>
                  </a:cubicBezTo>
                  <a:cubicBezTo>
                    <a:pt x="22" y="10"/>
                    <a:pt x="26" y="14"/>
                    <a:pt x="26" y="18"/>
                  </a:cubicBezTo>
                  <a:cubicBezTo>
                    <a:pt x="26" y="23"/>
                    <a:pt x="22" y="27"/>
                    <a:pt x="18" y="2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Light"/>
                <a:ea typeface="+mn-ea"/>
                <a:cs typeface="+mn-cs"/>
              </a:endParaRPr>
            </a:p>
          </p:txBody>
        </p:sp>
      </p:grpSp>
      <p:sp>
        <p:nvSpPr>
          <p:cNvPr id="19" name="Box 1 Title">
            <a:extLst>
              <a:ext uri="{FF2B5EF4-FFF2-40B4-BE49-F238E27FC236}">
                <a16:creationId xmlns:a16="http://schemas.microsoft.com/office/drawing/2014/main" id="{3D8F244E-7F48-FA66-BFC8-A5C4E85C1277}"/>
              </a:ext>
            </a:extLst>
          </p:cNvPr>
          <p:cNvSpPr>
            <a:spLocks noGrp="1"/>
          </p:cNvSpPr>
          <p:nvPr>
            <p:ph type="body" sz="quarter" idx="21" hasCustomPrompt="1"/>
          </p:nvPr>
        </p:nvSpPr>
        <p:spPr>
          <a:xfrm>
            <a:off x="1144607" y="2254008"/>
            <a:ext cx="4272872" cy="457200"/>
          </a:xfrm>
        </p:spPr>
        <p:txBody>
          <a:bodyPr anchor="ctr">
            <a:normAutofit/>
          </a:bodyPr>
          <a:lstStyle>
            <a:lvl1pPr marL="0" indent="0">
              <a:lnSpc>
                <a:spcPct val="100000"/>
              </a:lnSpc>
              <a:buNone/>
              <a:defRPr sz="1400" b="1" i="0">
                <a:solidFill>
                  <a:schemeClr val="tx1"/>
                </a:solidFill>
                <a:latin typeface="Open Sans" pitchFamily="2" charset="0"/>
                <a:ea typeface="Open Sans" pitchFamily="2" charset="0"/>
                <a:cs typeface="Open Sans" pitchFamily="2" charset="0"/>
              </a:defRPr>
            </a:lvl1pPr>
          </a:lstStyle>
          <a:p>
            <a:pPr lvl="0"/>
            <a:r>
              <a:rPr lang="en-US" dirty="0"/>
              <a:t>Box 1 Title</a:t>
            </a:r>
          </a:p>
        </p:txBody>
      </p:sp>
      <p:sp>
        <p:nvSpPr>
          <p:cNvPr id="20" name="Box 1 Content">
            <a:extLst>
              <a:ext uri="{FF2B5EF4-FFF2-40B4-BE49-F238E27FC236}">
                <a16:creationId xmlns:a16="http://schemas.microsoft.com/office/drawing/2014/main" id="{D778C5B7-3C84-7D83-2EA7-E89EE3A6F925}"/>
              </a:ext>
            </a:extLst>
          </p:cNvPr>
          <p:cNvSpPr>
            <a:spLocks noGrp="1"/>
          </p:cNvSpPr>
          <p:nvPr>
            <p:ph type="body" sz="quarter" idx="22" hasCustomPrompt="1"/>
          </p:nvPr>
        </p:nvSpPr>
        <p:spPr>
          <a:xfrm>
            <a:off x="686489" y="3078116"/>
            <a:ext cx="4730990" cy="2633723"/>
          </a:xfrm>
        </p:spPr>
        <p:txBody>
          <a:bodyPr>
            <a:normAutofit/>
          </a:bodyPr>
          <a:lstStyle>
            <a:lvl1pPr marL="285750" indent="-285750">
              <a:lnSpc>
                <a:spcPct val="100000"/>
              </a:lnSpc>
              <a:buFont typeface="Arial" panose="020B0604020202020204" pitchFamily="34" charset="0"/>
              <a:buChar char="•"/>
              <a:defRPr sz="1200" b="0" i="0">
                <a:solidFill>
                  <a:schemeClr val="tx1"/>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Box 1 Content</a:t>
            </a:r>
          </a:p>
        </p:txBody>
      </p:sp>
      <p:sp>
        <p:nvSpPr>
          <p:cNvPr id="21" name="Box 2 Title">
            <a:extLst>
              <a:ext uri="{FF2B5EF4-FFF2-40B4-BE49-F238E27FC236}">
                <a16:creationId xmlns:a16="http://schemas.microsoft.com/office/drawing/2014/main" id="{7C231072-4920-BD6E-27D5-F67EF5633CEB}"/>
              </a:ext>
            </a:extLst>
          </p:cNvPr>
          <p:cNvSpPr>
            <a:spLocks noGrp="1"/>
          </p:cNvSpPr>
          <p:nvPr>
            <p:ph type="body" sz="quarter" idx="23" hasCustomPrompt="1"/>
          </p:nvPr>
        </p:nvSpPr>
        <p:spPr>
          <a:xfrm>
            <a:off x="7026421" y="2266934"/>
            <a:ext cx="4185865" cy="457200"/>
          </a:xfrm>
        </p:spPr>
        <p:txBody>
          <a:bodyPr anchor="ctr">
            <a:normAutofit/>
          </a:bodyPr>
          <a:lstStyle>
            <a:lvl1pPr marL="0" indent="0">
              <a:lnSpc>
                <a:spcPct val="100000"/>
              </a:lnSpc>
              <a:buNone/>
              <a:defRPr sz="1400" b="1" i="0">
                <a:solidFill>
                  <a:srgbClr val="046A38"/>
                </a:solidFill>
                <a:latin typeface="Open Sans" pitchFamily="2" charset="0"/>
                <a:ea typeface="Open Sans" pitchFamily="2" charset="0"/>
                <a:cs typeface="Open Sans" pitchFamily="2" charset="0"/>
              </a:defRPr>
            </a:lvl1pPr>
          </a:lstStyle>
          <a:p>
            <a:pPr lvl="0"/>
            <a:r>
              <a:rPr lang="en-US" dirty="0"/>
              <a:t>Box 2 Title</a:t>
            </a:r>
          </a:p>
        </p:txBody>
      </p:sp>
      <p:sp>
        <p:nvSpPr>
          <p:cNvPr id="22" name="Box 2 Content">
            <a:extLst>
              <a:ext uri="{FF2B5EF4-FFF2-40B4-BE49-F238E27FC236}">
                <a16:creationId xmlns:a16="http://schemas.microsoft.com/office/drawing/2014/main" id="{69B30D19-1D95-90AD-8C22-247B18E9B492}"/>
              </a:ext>
            </a:extLst>
          </p:cNvPr>
          <p:cNvSpPr>
            <a:spLocks noGrp="1"/>
          </p:cNvSpPr>
          <p:nvPr>
            <p:ph type="body" sz="quarter" idx="35" hasCustomPrompt="1"/>
          </p:nvPr>
        </p:nvSpPr>
        <p:spPr>
          <a:xfrm>
            <a:off x="6445935" y="3078115"/>
            <a:ext cx="4730989" cy="2633723"/>
          </a:xfrm>
        </p:spPr>
        <p:txBody>
          <a:bodyPr>
            <a:normAutofit/>
          </a:bodyPr>
          <a:lstStyle>
            <a:lvl1pPr marL="285750" indent="-285750">
              <a:lnSpc>
                <a:spcPct val="100000"/>
              </a:lnSpc>
              <a:buFont typeface="Arial" panose="020B0604020202020204" pitchFamily="34" charset="0"/>
              <a:buChar char="•"/>
              <a:defRPr sz="1200" b="0" i="0">
                <a:solidFill>
                  <a:schemeClr val="tx1"/>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Box 2 Content</a:t>
            </a:r>
          </a:p>
        </p:txBody>
      </p:sp>
      <p:sp>
        <p:nvSpPr>
          <p:cNvPr id="2" name="Slide Subtitle">
            <a:extLst>
              <a:ext uri="{FF2B5EF4-FFF2-40B4-BE49-F238E27FC236}">
                <a16:creationId xmlns:a16="http://schemas.microsoft.com/office/drawing/2014/main" id="{7CBD9587-7B94-8EE2-66BF-520F7A49D3E4}"/>
              </a:ext>
            </a:extLst>
          </p:cNvPr>
          <p:cNvSpPr>
            <a:spLocks noGrp="1"/>
          </p:cNvSpPr>
          <p:nvPr>
            <p:ph type="body" sz="quarter" idx="30" hasCustomPrompt="1"/>
          </p:nvPr>
        </p:nvSpPr>
        <p:spPr>
          <a:xfrm>
            <a:off x="457200" y="685800"/>
            <a:ext cx="11274552" cy="758952"/>
          </a:xfrm>
        </p:spPr>
        <p:txBody>
          <a:bodyPr>
            <a:normAutofit/>
          </a:bodyPr>
          <a:lstStyle>
            <a:lvl1pPr marL="0" indent="0">
              <a:lnSpc>
                <a:spcPct val="100000"/>
              </a:lnSpc>
              <a:buNone/>
              <a:defRPr sz="1600" b="0" i="0">
                <a:solidFill>
                  <a:srgbClr val="53565A"/>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Slide Subtitle</a:t>
            </a:r>
          </a:p>
        </p:txBody>
      </p:sp>
      <p:sp>
        <p:nvSpPr>
          <p:cNvPr id="24" name="Slide Title">
            <a:extLst>
              <a:ext uri="{FF2B5EF4-FFF2-40B4-BE49-F238E27FC236}">
                <a16:creationId xmlns:a16="http://schemas.microsoft.com/office/drawing/2014/main" id="{5D21EC94-1188-CBFC-3E78-B4EF056AD876}"/>
              </a:ext>
            </a:extLst>
          </p:cNvPr>
          <p:cNvSpPr>
            <a:spLocks noGrp="1"/>
          </p:cNvSpPr>
          <p:nvPr>
            <p:ph type="body" sz="quarter" idx="10" hasCustomPrompt="1"/>
          </p:nvPr>
        </p:nvSpPr>
        <p:spPr>
          <a:xfrm>
            <a:off x="457200" y="347472"/>
            <a:ext cx="11274552" cy="338328"/>
          </a:xfrm>
        </p:spPr>
        <p:txBody>
          <a:bodyPr anchor="ctr">
            <a:normAutofit/>
          </a:bodyPr>
          <a:lstStyle>
            <a:lvl1pPr marL="0" indent="0">
              <a:lnSpc>
                <a:spcPct val="100000"/>
              </a:lnSpc>
              <a:buNone/>
              <a:defRPr sz="21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Slide Title</a:t>
            </a:r>
          </a:p>
        </p:txBody>
      </p:sp>
      <p:sp>
        <p:nvSpPr>
          <p:cNvPr id="8" name="Pentagon 7">
            <a:extLst>
              <a:ext uri="{FF2B5EF4-FFF2-40B4-BE49-F238E27FC236}">
                <a16:creationId xmlns:a16="http://schemas.microsoft.com/office/drawing/2014/main" id="{13684762-06E7-8C28-8114-A4E4EB6B22D9}"/>
              </a:ext>
            </a:extLst>
          </p:cNvPr>
          <p:cNvSpPr/>
          <p:nvPr userDrawn="1"/>
        </p:nvSpPr>
        <p:spPr>
          <a:xfrm>
            <a:off x="457200" y="2124156"/>
            <a:ext cx="5630250" cy="705659"/>
          </a:xfrm>
          <a:prstGeom prst="homePlate">
            <a:avLst/>
          </a:prstGeom>
          <a:noFill/>
          <a:ln w="19050">
            <a:solidFill>
              <a:srgbClr val="BBBCBC"/>
            </a:solidFill>
          </a:ln>
        </p:spPr>
        <p:style>
          <a:lnRef idx="2">
            <a:schemeClr val="accent1">
              <a:shade val="50000"/>
            </a:schemeClr>
          </a:lnRef>
          <a:fillRef idx="1">
            <a:schemeClr val="accent1"/>
          </a:fillRef>
          <a:effectRef idx="0">
            <a:schemeClr val="accent1"/>
          </a:effectRef>
          <a:fontRef idx="minor">
            <a:schemeClr val="lt1"/>
          </a:fontRef>
        </p:style>
        <p:txBody>
          <a:bodyPr lIns="144000" tIns="88900" rIns="88900" bIns="88900" rtlCol="0" anchor="ctr"/>
          <a:lstStyle/>
          <a:p>
            <a:endParaRPr lang="en-US" sz="1300" dirty="0">
              <a:solidFill>
                <a:schemeClr val="tx1"/>
              </a:solidFill>
              <a:latin typeface="Open Sans SemiBold"/>
              <a:ea typeface="Open Sans SemiBold"/>
              <a:cs typeface="Open Sans SemiBold"/>
            </a:endParaRPr>
          </a:p>
        </p:txBody>
      </p:sp>
      <p:sp>
        <p:nvSpPr>
          <p:cNvPr id="23" name="Chevron 22">
            <a:extLst>
              <a:ext uri="{FF2B5EF4-FFF2-40B4-BE49-F238E27FC236}">
                <a16:creationId xmlns:a16="http://schemas.microsoft.com/office/drawing/2014/main" id="{64EF86DA-872C-3E92-13F3-3B1F5CC672C5}"/>
              </a:ext>
            </a:extLst>
          </p:cNvPr>
          <p:cNvSpPr/>
          <p:nvPr userDrawn="1"/>
        </p:nvSpPr>
        <p:spPr>
          <a:xfrm>
            <a:off x="5852685" y="2124156"/>
            <a:ext cx="5879067" cy="705659"/>
          </a:xfrm>
          <a:prstGeom prst="chevron">
            <a:avLst/>
          </a:prstGeom>
          <a:noFill/>
          <a:ln w="19050">
            <a:solidFill>
              <a:srgbClr val="046A38"/>
            </a:solidFill>
          </a:ln>
        </p:spPr>
        <p:style>
          <a:lnRef idx="2">
            <a:schemeClr val="accent1">
              <a:shade val="50000"/>
            </a:schemeClr>
          </a:lnRef>
          <a:fillRef idx="1">
            <a:schemeClr val="accent1"/>
          </a:fillRef>
          <a:effectRef idx="0">
            <a:schemeClr val="accent1"/>
          </a:effectRef>
          <a:fontRef idx="minor">
            <a:schemeClr val="lt1"/>
          </a:fontRef>
        </p:style>
        <p:txBody>
          <a:bodyPr lIns="144000" tIns="88900" rIns="88900" bIns="88900" rtlCol="0" anchor="ctr"/>
          <a:lstStyle/>
          <a:p>
            <a:endParaRPr lang="en-US" sz="1300" b="1" dirty="0">
              <a:solidFill>
                <a:schemeClr val="accent2"/>
              </a:solidFill>
              <a:latin typeface="Open Sans"/>
              <a:ea typeface="Open Sans"/>
              <a:cs typeface="Open Sans"/>
            </a:endParaRPr>
          </a:p>
        </p:txBody>
      </p:sp>
    </p:spTree>
    <p:extLst>
      <p:ext uri="{BB962C8B-B14F-4D97-AF65-F5344CB8AC3E}">
        <p14:creationId xmlns:p14="http://schemas.microsoft.com/office/powerpoint/2010/main" val="20313225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narrative_four_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E96E1A4-2BD2-48B8-23AE-C80E2DBC5C99}"/>
              </a:ext>
            </a:extLst>
          </p:cNvPr>
          <p:cNvSpPr/>
          <p:nvPr userDrawn="1"/>
        </p:nvSpPr>
        <p:spPr>
          <a:xfrm>
            <a:off x="1320516" y="2322958"/>
            <a:ext cx="2286000" cy="3272593"/>
          </a:xfrm>
          <a:prstGeom prst="rect">
            <a:avLst/>
          </a:prstGeom>
          <a:solidFill>
            <a:schemeClr val="accent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lgn="ctr" defTabSz="914378">
              <a:defRPr sz="1800"/>
            </a:pPr>
            <a:endParaRPr lang="en-US" sz="12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8" name="Rectangle 7">
            <a:extLst>
              <a:ext uri="{FF2B5EF4-FFF2-40B4-BE49-F238E27FC236}">
                <a16:creationId xmlns:a16="http://schemas.microsoft.com/office/drawing/2014/main" id="{D35D2261-D72C-B735-FCE8-003567C32EBA}"/>
              </a:ext>
            </a:extLst>
          </p:cNvPr>
          <p:cNvSpPr/>
          <p:nvPr userDrawn="1"/>
        </p:nvSpPr>
        <p:spPr>
          <a:xfrm>
            <a:off x="3704236" y="2322958"/>
            <a:ext cx="2286000" cy="3272592"/>
          </a:xfrm>
          <a:prstGeom prst="rect">
            <a:avLst/>
          </a:prstGeom>
          <a:solidFill>
            <a:srgbClr val="009A44">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ctr" defTabSz="914378" rtl="0" eaLnBrk="1" fontAlgn="auto" latinLnBrk="0" hangingPunct="1">
              <a:lnSpc>
                <a:spcPct val="100000"/>
              </a:lnSpc>
              <a:spcBef>
                <a:spcPts val="0"/>
              </a:spcBef>
              <a:spcAft>
                <a:spcPts val="0"/>
              </a:spcAft>
              <a:buClrTx/>
              <a:buSzTx/>
              <a:buFontTx/>
              <a:buNone/>
              <a:tabLst/>
              <a:defRPr sz="1800"/>
            </a:pPr>
            <a:endParaRPr kumimoji="0" lang="en-US" sz="1200" u="none" strike="noStrike" kern="1200" cap="none" spc="0" normalizeH="0" baseline="0" noProof="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9" name="Rectangle 8">
            <a:extLst>
              <a:ext uri="{FF2B5EF4-FFF2-40B4-BE49-F238E27FC236}">
                <a16:creationId xmlns:a16="http://schemas.microsoft.com/office/drawing/2014/main" id="{18F1C1DE-F633-7DED-0831-2427384885EE}"/>
              </a:ext>
            </a:extLst>
          </p:cNvPr>
          <p:cNvSpPr/>
          <p:nvPr userDrawn="1"/>
        </p:nvSpPr>
        <p:spPr>
          <a:xfrm>
            <a:off x="8477889" y="2322958"/>
            <a:ext cx="2286000" cy="3272593"/>
          </a:xfrm>
          <a:prstGeom prst="rect">
            <a:avLst/>
          </a:prstGeom>
          <a:solidFill>
            <a:srgbClr val="00ABAB">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u="none" strike="noStrike" kern="1200" cap="none" spc="0" normalizeH="0" baseline="0" noProof="0">
              <a:ln>
                <a:noFill/>
              </a:ln>
              <a:solidFill>
                <a:srgbClr val="FF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10" name="Rectangle 9">
            <a:extLst>
              <a:ext uri="{FF2B5EF4-FFF2-40B4-BE49-F238E27FC236}">
                <a16:creationId xmlns:a16="http://schemas.microsoft.com/office/drawing/2014/main" id="{055EF84E-39B9-0C58-70FD-4D1523927E92}"/>
              </a:ext>
            </a:extLst>
          </p:cNvPr>
          <p:cNvSpPr/>
          <p:nvPr userDrawn="1"/>
        </p:nvSpPr>
        <p:spPr>
          <a:xfrm>
            <a:off x="6087957" y="2322958"/>
            <a:ext cx="2286000" cy="3272593"/>
          </a:xfrm>
          <a:prstGeom prst="rect">
            <a:avLst/>
          </a:prstGeom>
          <a:solidFill>
            <a:srgbClr val="6FC2B4">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ctr" defTabSz="914378" rtl="0" eaLnBrk="1" fontAlgn="auto" latinLnBrk="0" hangingPunct="1">
              <a:lnSpc>
                <a:spcPct val="100000"/>
              </a:lnSpc>
              <a:spcBef>
                <a:spcPts val="0"/>
              </a:spcBef>
              <a:spcAft>
                <a:spcPts val="0"/>
              </a:spcAft>
              <a:buClrTx/>
              <a:buSzTx/>
              <a:buFontTx/>
              <a:buNone/>
              <a:tabLst/>
              <a:defRPr sz="1800"/>
            </a:pPr>
            <a:endParaRPr kumimoji="0" lang="en-US" sz="1200" u="none" strike="noStrike" kern="1200" cap="none" spc="0" normalizeH="0" baseline="0" noProof="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a:p>
            <a:pPr marL="0" marR="0" lvl="0" indent="0" algn="ctr" defTabSz="914378" rtl="0" eaLnBrk="1" fontAlgn="auto" latinLnBrk="0" hangingPunct="1">
              <a:lnSpc>
                <a:spcPct val="100000"/>
              </a:lnSpc>
              <a:spcBef>
                <a:spcPts val="0"/>
              </a:spcBef>
              <a:spcAft>
                <a:spcPts val="0"/>
              </a:spcAft>
              <a:buClrTx/>
              <a:buSzTx/>
              <a:buFontTx/>
              <a:buNone/>
              <a:tabLst/>
              <a:defRPr sz="1800"/>
            </a:pPr>
            <a:endParaRPr kumimoji="0" lang="en-US" sz="1200" u="none" strike="noStrike" kern="1200" cap="none" spc="0" normalizeH="0" baseline="0" noProof="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11" name="Rectangle 10">
            <a:extLst>
              <a:ext uri="{FF2B5EF4-FFF2-40B4-BE49-F238E27FC236}">
                <a16:creationId xmlns:a16="http://schemas.microsoft.com/office/drawing/2014/main" id="{BC943CF5-3D6F-3B98-3485-34EBA09269FC}"/>
              </a:ext>
            </a:extLst>
          </p:cNvPr>
          <p:cNvSpPr/>
          <p:nvPr userDrawn="1"/>
        </p:nvSpPr>
        <p:spPr>
          <a:xfrm>
            <a:off x="1317914" y="2231665"/>
            <a:ext cx="2295144" cy="108636"/>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a typeface="+mn-ea"/>
              <a:cs typeface="+mn-cs"/>
            </a:endParaRPr>
          </a:p>
        </p:txBody>
      </p:sp>
      <p:sp>
        <p:nvSpPr>
          <p:cNvPr id="12" name="Rectangle 11">
            <a:extLst>
              <a:ext uri="{FF2B5EF4-FFF2-40B4-BE49-F238E27FC236}">
                <a16:creationId xmlns:a16="http://schemas.microsoft.com/office/drawing/2014/main" id="{624362F6-3739-1962-F162-0AC3F7AA02B4}"/>
              </a:ext>
            </a:extLst>
          </p:cNvPr>
          <p:cNvSpPr/>
          <p:nvPr userDrawn="1"/>
        </p:nvSpPr>
        <p:spPr>
          <a:xfrm>
            <a:off x="3689410" y="2231665"/>
            <a:ext cx="2295144" cy="108636"/>
          </a:xfrm>
          <a:prstGeom prst="rect">
            <a:avLst/>
          </a:prstGeom>
          <a:solidFill>
            <a:srgbClr val="009A4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a typeface="+mn-ea"/>
              <a:cs typeface="+mn-cs"/>
            </a:endParaRPr>
          </a:p>
        </p:txBody>
      </p:sp>
      <p:sp>
        <p:nvSpPr>
          <p:cNvPr id="13" name="Rectangle 12">
            <a:extLst>
              <a:ext uri="{FF2B5EF4-FFF2-40B4-BE49-F238E27FC236}">
                <a16:creationId xmlns:a16="http://schemas.microsoft.com/office/drawing/2014/main" id="{5D6A6D00-D8B4-B637-44A0-64EECB536F70}"/>
              </a:ext>
            </a:extLst>
          </p:cNvPr>
          <p:cNvSpPr/>
          <p:nvPr userDrawn="1"/>
        </p:nvSpPr>
        <p:spPr>
          <a:xfrm>
            <a:off x="6078962" y="2231665"/>
            <a:ext cx="2295144" cy="108636"/>
          </a:xfrm>
          <a:prstGeom prst="rect">
            <a:avLst/>
          </a:prstGeom>
          <a:solidFill>
            <a:srgbClr val="6FC2B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a typeface="+mn-ea"/>
              <a:cs typeface="+mn-cs"/>
            </a:endParaRPr>
          </a:p>
        </p:txBody>
      </p:sp>
      <p:sp>
        <p:nvSpPr>
          <p:cNvPr id="14" name="Rectangle 13">
            <a:extLst>
              <a:ext uri="{FF2B5EF4-FFF2-40B4-BE49-F238E27FC236}">
                <a16:creationId xmlns:a16="http://schemas.microsoft.com/office/drawing/2014/main" id="{6CDBFB7D-ECB8-4CD9-E16E-EB3683222FBC}"/>
              </a:ext>
            </a:extLst>
          </p:cNvPr>
          <p:cNvSpPr/>
          <p:nvPr userDrawn="1"/>
        </p:nvSpPr>
        <p:spPr>
          <a:xfrm>
            <a:off x="8477636" y="2231665"/>
            <a:ext cx="2295144" cy="108636"/>
          </a:xfrm>
          <a:prstGeom prst="rect">
            <a:avLst/>
          </a:prstGeom>
          <a:solidFill>
            <a:srgbClr val="00ABA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a typeface="+mn-ea"/>
              <a:cs typeface="+mn-cs"/>
            </a:endParaRPr>
          </a:p>
        </p:txBody>
      </p:sp>
      <p:sp>
        <p:nvSpPr>
          <p:cNvPr id="15" name="Column 1 Title">
            <a:extLst>
              <a:ext uri="{FF2B5EF4-FFF2-40B4-BE49-F238E27FC236}">
                <a16:creationId xmlns:a16="http://schemas.microsoft.com/office/drawing/2014/main" id="{D7A1B041-61F1-DA0C-EC04-EE771384FD95}"/>
              </a:ext>
            </a:extLst>
          </p:cNvPr>
          <p:cNvSpPr>
            <a:spLocks noGrp="1"/>
          </p:cNvSpPr>
          <p:nvPr>
            <p:ph type="body" sz="quarter" idx="40" hasCustomPrompt="1"/>
          </p:nvPr>
        </p:nvSpPr>
        <p:spPr>
          <a:xfrm>
            <a:off x="1507051" y="2525583"/>
            <a:ext cx="1926296" cy="530066"/>
          </a:xfrm>
        </p:spPr>
        <p:txBody>
          <a:bodyPr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3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lvl="0"/>
            <a:r>
              <a:rPr lang="en-US" dirty="0"/>
              <a:t>Column 1 Title</a:t>
            </a:r>
          </a:p>
        </p:txBody>
      </p:sp>
      <p:sp>
        <p:nvSpPr>
          <p:cNvPr id="16" name="Column 1 Text">
            <a:extLst>
              <a:ext uri="{FF2B5EF4-FFF2-40B4-BE49-F238E27FC236}">
                <a16:creationId xmlns:a16="http://schemas.microsoft.com/office/drawing/2014/main" id="{CE90E36B-1749-82C2-3F4E-DB16AD3FF776}"/>
              </a:ext>
            </a:extLst>
          </p:cNvPr>
          <p:cNvSpPr>
            <a:spLocks noGrp="1"/>
          </p:cNvSpPr>
          <p:nvPr>
            <p:ph type="body" sz="quarter" idx="21" hasCustomPrompt="1"/>
          </p:nvPr>
        </p:nvSpPr>
        <p:spPr>
          <a:xfrm>
            <a:off x="1507051" y="3155038"/>
            <a:ext cx="1926296" cy="2256935"/>
          </a:xfrm>
        </p:spPr>
        <p:txBody>
          <a:bodyP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chemeClr val="tx1"/>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Column 1 Text</a:t>
            </a:r>
          </a:p>
        </p:txBody>
      </p:sp>
      <p:sp>
        <p:nvSpPr>
          <p:cNvPr id="17" name="Column 2 Title">
            <a:extLst>
              <a:ext uri="{FF2B5EF4-FFF2-40B4-BE49-F238E27FC236}">
                <a16:creationId xmlns:a16="http://schemas.microsoft.com/office/drawing/2014/main" id="{2FCA36B7-3AA0-C086-6D1E-A1928EC40A8C}"/>
              </a:ext>
            </a:extLst>
          </p:cNvPr>
          <p:cNvSpPr>
            <a:spLocks noGrp="1"/>
          </p:cNvSpPr>
          <p:nvPr>
            <p:ph type="body" sz="quarter" idx="41" hasCustomPrompt="1"/>
          </p:nvPr>
        </p:nvSpPr>
        <p:spPr>
          <a:xfrm>
            <a:off x="3934565" y="2525583"/>
            <a:ext cx="1926296" cy="530066"/>
          </a:xfrm>
        </p:spPr>
        <p:txBody>
          <a:bodyPr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3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lvl="0"/>
            <a:r>
              <a:rPr lang="en-US" dirty="0"/>
              <a:t>Column 2 Title</a:t>
            </a:r>
          </a:p>
        </p:txBody>
      </p:sp>
      <p:sp>
        <p:nvSpPr>
          <p:cNvPr id="18" name="Column 2 Text">
            <a:extLst>
              <a:ext uri="{FF2B5EF4-FFF2-40B4-BE49-F238E27FC236}">
                <a16:creationId xmlns:a16="http://schemas.microsoft.com/office/drawing/2014/main" id="{D70143BF-6CE3-705F-7065-1963AB062881}"/>
              </a:ext>
            </a:extLst>
          </p:cNvPr>
          <p:cNvSpPr>
            <a:spLocks noGrp="1"/>
          </p:cNvSpPr>
          <p:nvPr>
            <p:ph type="body" sz="quarter" idx="42" hasCustomPrompt="1"/>
          </p:nvPr>
        </p:nvSpPr>
        <p:spPr>
          <a:xfrm>
            <a:off x="3934565" y="3155038"/>
            <a:ext cx="1926296" cy="2256935"/>
          </a:xfrm>
        </p:spPr>
        <p:txBody>
          <a:bodyP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chemeClr val="tx1"/>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Column 2 Text</a:t>
            </a:r>
          </a:p>
        </p:txBody>
      </p:sp>
      <p:sp>
        <p:nvSpPr>
          <p:cNvPr id="19" name="Column 3 Title">
            <a:extLst>
              <a:ext uri="{FF2B5EF4-FFF2-40B4-BE49-F238E27FC236}">
                <a16:creationId xmlns:a16="http://schemas.microsoft.com/office/drawing/2014/main" id="{2813A6DA-58D8-87D9-7209-7F9384B0F8C0}"/>
              </a:ext>
            </a:extLst>
          </p:cNvPr>
          <p:cNvSpPr>
            <a:spLocks noGrp="1"/>
          </p:cNvSpPr>
          <p:nvPr>
            <p:ph type="body" sz="quarter" idx="43" hasCustomPrompt="1"/>
          </p:nvPr>
        </p:nvSpPr>
        <p:spPr>
          <a:xfrm>
            <a:off x="6285880" y="2525583"/>
            <a:ext cx="1926296" cy="530066"/>
          </a:xfrm>
        </p:spPr>
        <p:txBody>
          <a:bodyPr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3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lvl="0"/>
            <a:r>
              <a:rPr lang="en-US" dirty="0"/>
              <a:t>Column 3 Title</a:t>
            </a:r>
          </a:p>
        </p:txBody>
      </p:sp>
      <p:sp>
        <p:nvSpPr>
          <p:cNvPr id="20" name="Column 3 Text">
            <a:extLst>
              <a:ext uri="{FF2B5EF4-FFF2-40B4-BE49-F238E27FC236}">
                <a16:creationId xmlns:a16="http://schemas.microsoft.com/office/drawing/2014/main" id="{1CA9FDCA-7582-971A-7848-7E66B259C385}"/>
              </a:ext>
            </a:extLst>
          </p:cNvPr>
          <p:cNvSpPr>
            <a:spLocks noGrp="1"/>
          </p:cNvSpPr>
          <p:nvPr>
            <p:ph type="body" sz="quarter" idx="44" hasCustomPrompt="1"/>
          </p:nvPr>
        </p:nvSpPr>
        <p:spPr>
          <a:xfrm>
            <a:off x="6285880" y="3155038"/>
            <a:ext cx="1926296" cy="2256935"/>
          </a:xfrm>
        </p:spPr>
        <p:txBody>
          <a:bodyP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chemeClr val="tx1"/>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Column 3 Text</a:t>
            </a:r>
          </a:p>
        </p:txBody>
      </p:sp>
      <p:sp>
        <p:nvSpPr>
          <p:cNvPr id="21" name="Column 4 Title">
            <a:extLst>
              <a:ext uri="{FF2B5EF4-FFF2-40B4-BE49-F238E27FC236}">
                <a16:creationId xmlns:a16="http://schemas.microsoft.com/office/drawing/2014/main" id="{2940C430-D8EA-2E17-AAA7-5178148BDCA3}"/>
              </a:ext>
            </a:extLst>
          </p:cNvPr>
          <p:cNvSpPr>
            <a:spLocks noGrp="1"/>
          </p:cNvSpPr>
          <p:nvPr>
            <p:ph type="body" sz="quarter" idx="45" hasCustomPrompt="1"/>
          </p:nvPr>
        </p:nvSpPr>
        <p:spPr>
          <a:xfrm>
            <a:off x="8658965" y="2503811"/>
            <a:ext cx="1926296" cy="530066"/>
          </a:xfrm>
        </p:spPr>
        <p:txBody>
          <a:bodyPr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3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lvl="0"/>
            <a:r>
              <a:rPr lang="en-US" dirty="0"/>
              <a:t>Column 4 Title</a:t>
            </a:r>
          </a:p>
        </p:txBody>
      </p:sp>
      <p:sp>
        <p:nvSpPr>
          <p:cNvPr id="22" name="Column 4 Text">
            <a:extLst>
              <a:ext uri="{FF2B5EF4-FFF2-40B4-BE49-F238E27FC236}">
                <a16:creationId xmlns:a16="http://schemas.microsoft.com/office/drawing/2014/main" id="{F3DC362A-356A-9944-9115-AF0D20C073BB}"/>
              </a:ext>
            </a:extLst>
          </p:cNvPr>
          <p:cNvSpPr>
            <a:spLocks noGrp="1"/>
          </p:cNvSpPr>
          <p:nvPr>
            <p:ph type="body" sz="quarter" idx="46" hasCustomPrompt="1"/>
          </p:nvPr>
        </p:nvSpPr>
        <p:spPr>
          <a:xfrm>
            <a:off x="8658965" y="3133266"/>
            <a:ext cx="1926296" cy="2256935"/>
          </a:xfrm>
        </p:spPr>
        <p:txBody>
          <a:bodyP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chemeClr val="tx1"/>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Column 4 Text</a:t>
            </a:r>
          </a:p>
        </p:txBody>
      </p:sp>
      <p:sp>
        <p:nvSpPr>
          <p:cNvPr id="2" name="Slide Subtitle">
            <a:extLst>
              <a:ext uri="{FF2B5EF4-FFF2-40B4-BE49-F238E27FC236}">
                <a16:creationId xmlns:a16="http://schemas.microsoft.com/office/drawing/2014/main" id="{9CBC1E2C-187B-4C22-0ABE-A289D168391B}"/>
              </a:ext>
            </a:extLst>
          </p:cNvPr>
          <p:cNvSpPr>
            <a:spLocks noGrp="1"/>
          </p:cNvSpPr>
          <p:nvPr>
            <p:ph type="body" sz="quarter" idx="30" hasCustomPrompt="1"/>
          </p:nvPr>
        </p:nvSpPr>
        <p:spPr>
          <a:xfrm>
            <a:off x="457200" y="685800"/>
            <a:ext cx="11274552" cy="758952"/>
          </a:xfrm>
        </p:spPr>
        <p:txBody>
          <a:bodyPr>
            <a:normAutofit/>
          </a:bodyPr>
          <a:lstStyle>
            <a:lvl1pPr marL="0" indent="0">
              <a:lnSpc>
                <a:spcPct val="100000"/>
              </a:lnSpc>
              <a:buNone/>
              <a:defRPr sz="1600" b="0" i="0">
                <a:solidFill>
                  <a:srgbClr val="53565A"/>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Slide Subtitle</a:t>
            </a:r>
          </a:p>
        </p:txBody>
      </p:sp>
      <p:sp>
        <p:nvSpPr>
          <p:cNvPr id="24" name="Slide Title">
            <a:extLst>
              <a:ext uri="{FF2B5EF4-FFF2-40B4-BE49-F238E27FC236}">
                <a16:creationId xmlns:a16="http://schemas.microsoft.com/office/drawing/2014/main" id="{2C472186-60B1-69D3-C6D2-BD40DFB320C9}"/>
              </a:ext>
            </a:extLst>
          </p:cNvPr>
          <p:cNvSpPr>
            <a:spLocks noGrp="1"/>
          </p:cNvSpPr>
          <p:nvPr>
            <p:ph type="body" sz="quarter" idx="10" hasCustomPrompt="1"/>
          </p:nvPr>
        </p:nvSpPr>
        <p:spPr>
          <a:xfrm>
            <a:off x="457200" y="347472"/>
            <a:ext cx="11274552" cy="338328"/>
          </a:xfrm>
        </p:spPr>
        <p:txBody>
          <a:bodyPr anchor="ctr">
            <a:normAutofit/>
          </a:bodyPr>
          <a:lstStyle>
            <a:lvl1pPr marL="0" indent="0">
              <a:lnSpc>
                <a:spcPct val="100000"/>
              </a:lnSpc>
              <a:buNone/>
              <a:defRPr sz="21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Slide Title</a:t>
            </a:r>
          </a:p>
        </p:txBody>
      </p:sp>
    </p:spTree>
    <p:extLst>
      <p:ext uri="{BB962C8B-B14F-4D97-AF65-F5344CB8AC3E}">
        <p14:creationId xmlns:p14="http://schemas.microsoft.com/office/powerpoint/2010/main" val="30902835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_cause_effect_slide">
    <p:spTree>
      <p:nvGrpSpPr>
        <p:cNvPr id="1" name=""/>
        <p:cNvGrpSpPr/>
        <p:nvPr/>
      </p:nvGrpSpPr>
      <p:grpSpPr>
        <a:xfrm>
          <a:off x="0" y="0"/>
          <a:ext cx="0" cy="0"/>
          <a:chOff x="0" y="0"/>
          <a:chExt cx="0" cy="0"/>
        </a:xfrm>
      </p:grpSpPr>
      <p:sp>
        <p:nvSpPr>
          <p:cNvPr id="25" name="Pentagon 24">
            <a:extLst>
              <a:ext uri="{FF2B5EF4-FFF2-40B4-BE49-F238E27FC236}">
                <a16:creationId xmlns:a16="http://schemas.microsoft.com/office/drawing/2014/main" id="{F7D2738B-5659-942F-85AF-F9D273BB50C7}"/>
              </a:ext>
            </a:extLst>
          </p:cNvPr>
          <p:cNvSpPr/>
          <p:nvPr userDrawn="1"/>
        </p:nvSpPr>
        <p:spPr>
          <a:xfrm>
            <a:off x="708333" y="1922318"/>
            <a:ext cx="3797125" cy="705659"/>
          </a:xfrm>
          <a:prstGeom prst="homePlate">
            <a:avLst/>
          </a:prstGeom>
          <a:solidFill>
            <a:srgbClr val="85EC20"/>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44000" tIns="88900" rIns="88900" bIns="88900" rtlCol="0" anchor="ctr"/>
          <a:lstStyle/>
          <a:p>
            <a:endParaRPr lang="en-US" sz="1300" dirty="0">
              <a:solidFill>
                <a:schemeClr val="tx1"/>
              </a:solidFill>
              <a:latin typeface="Open Sans SemiBold"/>
              <a:ea typeface="Open Sans SemiBold"/>
              <a:cs typeface="Open Sans SemiBold"/>
            </a:endParaRPr>
          </a:p>
        </p:txBody>
      </p:sp>
      <p:sp>
        <p:nvSpPr>
          <p:cNvPr id="26" name="Chevron 25">
            <a:extLst>
              <a:ext uri="{FF2B5EF4-FFF2-40B4-BE49-F238E27FC236}">
                <a16:creationId xmlns:a16="http://schemas.microsoft.com/office/drawing/2014/main" id="{D0154EF2-A1A1-6EA5-E05C-6DE059567CBF}"/>
              </a:ext>
            </a:extLst>
          </p:cNvPr>
          <p:cNvSpPr/>
          <p:nvPr userDrawn="1"/>
        </p:nvSpPr>
        <p:spPr>
          <a:xfrm>
            <a:off x="4223879" y="1922318"/>
            <a:ext cx="3797125" cy="705659"/>
          </a:xfrm>
          <a:prstGeom prst="chevron">
            <a:avLst/>
          </a:prstGeom>
          <a:solidFill>
            <a:srgbClr val="85BD25"/>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44000" tIns="88900" rIns="88900" bIns="88900" rtlCol="0" anchor="ctr"/>
          <a:lstStyle/>
          <a:p>
            <a:endParaRPr lang="en-US" sz="1300" dirty="0">
              <a:solidFill>
                <a:schemeClr val="bg1"/>
              </a:solidFill>
              <a:latin typeface="Open Sans SemiBold"/>
              <a:ea typeface="Open Sans SemiBold"/>
              <a:cs typeface="Open Sans SemiBold"/>
            </a:endParaRPr>
          </a:p>
        </p:txBody>
      </p:sp>
      <p:sp>
        <p:nvSpPr>
          <p:cNvPr id="27" name="Chevron 26">
            <a:extLst>
              <a:ext uri="{FF2B5EF4-FFF2-40B4-BE49-F238E27FC236}">
                <a16:creationId xmlns:a16="http://schemas.microsoft.com/office/drawing/2014/main" id="{46A64359-B1EE-DD59-901C-843DD0E2F855}"/>
              </a:ext>
            </a:extLst>
          </p:cNvPr>
          <p:cNvSpPr/>
          <p:nvPr userDrawn="1"/>
        </p:nvSpPr>
        <p:spPr>
          <a:xfrm>
            <a:off x="7740799" y="1922318"/>
            <a:ext cx="3797125" cy="705659"/>
          </a:xfrm>
          <a:prstGeom prst="chevron">
            <a:avLst/>
          </a:prstGeom>
          <a:solidFill>
            <a:srgbClr val="25890D"/>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44000" tIns="88900" rIns="88900" bIns="88900" rtlCol="0" anchor="ctr"/>
          <a:lstStyle/>
          <a:p>
            <a:endParaRPr lang="en-US" sz="1300" dirty="0">
              <a:solidFill>
                <a:schemeClr val="bg1"/>
              </a:solidFill>
              <a:latin typeface="Open Sans SemiBold"/>
              <a:ea typeface="Open Sans SemiBold"/>
              <a:cs typeface="Open Sans SemiBold"/>
            </a:endParaRPr>
          </a:p>
        </p:txBody>
      </p:sp>
      <p:sp>
        <p:nvSpPr>
          <p:cNvPr id="13" name="Box 1 Title">
            <a:extLst>
              <a:ext uri="{FF2B5EF4-FFF2-40B4-BE49-F238E27FC236}">
                <a16:creationId xmlns:a16="http://schemas.microsoft.com/office/drawing/2014/main" id="{9DF1FD44-B7D7-20DC-DCC4-48E534938B10}"/>
              </a:ext>
            </a:extLst>
          </p:cNvPr>
          <p:cNvSpPr>
            <a:spLocks noGrp="1"/>
          </p:cNvSpPr>
          <p:nvPr>
            <p:ph type="body" sz="quarter" idx="21" hasCustomPrompt="1"/>
          </p:nvPr>
        </p:nvSpPr>
        <p:spPr>
          <a:xfrm>
            <a:off x="827309" y="2084652"/>
            <a:ext cx="3419891" cy="366402"/>
          </a:xfrm>
        </p:spPr>
        <p:txBody>
          <a:bodyPr anchor="ctr">
            <a:normAutofit/>
          </a:bodyPr>
          <a:lstStyle>
            <a:lvl1pPr marL="0" indent="0">
              <a:lnSpc>
                <a:spcPct val="100000"/>
              </a:lnSpc>
              <a:buNone/>
              <a:defRPr sz="16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Box 1 Title</a:t>
            </a:r>
          </a:p>
        </p:txBody>
      </p:sp>
      <p:sp>
        <p:nvSpPr>
          <p:cNvPr id="14" name="Box 1 Content">
            <a:extLst>
              <a:ext uri="{FF2B5EF4-FFF2-40B4-BE49-F238E27FC236}">
                <a16:creationId xmlns:a16="http://schemas.microsoft.com/office/drawing/2014/main" id="{1A3776CF-14B7-B4B5-5732-D63BD5DDCCBA}"/>
              </a:ext>
            </a:extLst>
          </p:cNvPr>
          <p:cNvSpPr>
            <a:spLocks noGrp="1"/>
          </p:cNvSpPr>
          <p:nvPr>
            <p:ph type="body" sz="quarter" idx="24" hasCustomPrompt="1"/>
          </p:nvPr>
        </p:nvSpPr>
        <p:spPr>
          <a:xfrm>
            <a:off x="740221" y="2714957"/>
            <a:ext cx="3239498" cy="2883402"/>
          </a:xfrm>
        </p:spPr>
        <p:txBody>
          <a:bodyPr>
            <a:normAutofit/>
          </a:bodyPr>
          <a:lstStyle>
            <a:lvl1pPr marL="285750" indent="-285750">
              <a:lnSpc>
                <a:spcPct val="100000"/>
              </a:lnSpc>
              <a:buFont typeface="Arial" panose="020B0604020202020204" pitchFamily="34" charset="0"/>
              <a:buChar char="•"/>
              <a:defRPr sz="14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Box 1 Content</a:t>
            </a:r>
          </a:p>
        </p:txBody>
      </p:sp>
      <p:sp>
        <p:nvSpPr>
          <p:cNvPr id="15" name="Box 2 Title">
            <a:extLst>
              <a:ext uri="{FF2B5EF4-FFF2-40B4-BE49-F238E27FC236}">
                <a16:creationId xmlns:a16="http://schemas.microsoft.com/office/drawing/2014/main" id="{80A0795A-BC9F-30F1-C7B9-A4B88321A2B7}"/>
              </a:ext>
            </a:extLst>
          </p:cNvPr>
          <p:cNvSpPr>
            <a:spLocks noGrp="1"/>
          </p:cNvSpPr>
          <p:nvPr>
            <p:ph type="body" sz="quarter" idx="22" hasCustomPrompt="1"/>
          </p:nvPr>
        </p:nvSpPr>
        <p:spPr>
          <a:xfrm>
            <a:off x="4665290" y="2084652"/>
            <a:ext cx="3097456" cy="366402"/>
          </a:xfrm>
        </p:spPr>
        <p:txBody>
          <a:bodyPr anchor="ct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Box 2 Title</a:t>
            </a:r>
          </a:p>
        </p:txBody>
      </p:sp>
      <p:sp>
        <p:nvSpPr>
          <p:cNvPr id="16" name="Box 2 Content">
            <a:extLst>
              <a:ext uri="{FF2B5EF4-FFF2-40B4-BE49-F238E27FC236}">
                <a16:creationId xmlns:a16="http://schemas.microsoft.com/office/drawing/2014/main" id="{9490D13D-ABEC-45C5-8DE6-95C39527ED56}"/>
              </a:ext>
            </a:extLst>
          </p:cNvPr>
          <p:cNvSpPr>
            <a:spLocks noGrp="1"/>
          </p:cNvSpPr>
          <p:nvPr>
            <p:ph type="body" sz="quarter" idx="25" hasCustomPrompt="1"/>
          </p:nvPr>
        </p:nvSpPr>
        <p:spPr>
          <a:xfrm>
            <a:off x="4394223" y="2714957"/>
            <a:ext cx="3239498" cy="2883402"/>
          </a:xfrm>
        </p:spPr>
        <p:txBody>
          <a:bodyPr>
            <a:normAutofit/>
          </a:bodyPr>
          <a:lstStyle>
            <a:lvl1pPr marL="285750" marR="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sz="14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Box 2 Content</a:t>
            </a:r>
          </a:p>
        </p:txBody>
      </p:sp>
      <p:sp>
        <p:nvSpPr>
          <p:cNvPr id="17" name="Box 3 Title">
            <a:extLst>
              <a:ext uri="{FF2B5EF4-FFF2-40B4-BE49-F238E27FC236}">
                <a16:creationId xmlns:a16="http://schemas.microsoft.com/office/drawing/2014/main" id="{25E2E4B5-5AC3-1A0C-D598-E88ADADA0352}"/>
              </a:ext>
            </a:extLst>
          </p:cNvPr>
          <p:cNvSpPr>
            <a:spLocks noGrp="1"/>
          </p:cNvSpPr>
          <p:nvPr>
            <p:ph type="body" sz="quarter" idx="23" hasCustomPrompt="1"/>
          </p:nvPr>
        </p:nvSpPr>
        <p:spPr>
          <a:xfrm>
            <a:off x="8264945" y="2084652"/>
            <a:ext cx="3099746" cy="366402"/>
          </a:xfrm>
        </p:spPr>
        <p:txBody>
          <a:bodyPr anchor="ct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Box 3 Title</a:t>
            </a:r>
          </a:p>
        </p:txBody>
      </p:sp>
      <p:sp>
        <p:nvSpPr>
          <p:cNvPr id="18" name="Box 3 Content">
            <a:extLst>
              <a:ext uri="{FF2B5EF4-FFF2-40B4-BE49-F238E27FC236}">
                <a16:creationId xmlns:a16="http://schemas.microsoft.com/office/drawing/2014/main" id="{235E4DC1-FCD0-65F0-3511-D9A5CF63921A}"/>
              </a:ext>
            </a:extLst>
          </p:cNvPr>
          <p:cNvSpPr>
            <a:spLocks noGrp="1"/>
          </p:cNvSpPr>
          <p:nvPr>
            <p:ph type="body" sz="quarter" idx="26" hasCustomPrompt="1"/>
          </p:nvPr>
        </p:nvSpPr>
        <p:spPr>
          <a:xfrm>
            <a:off x="8039222" y="2714957"/>
            <a:ext cx="3239498" cy="2883402"/>
          </a:xfrm>
        </p:spPr>
        <p:txBody>
          <a:bodyPr>
            <a:normAutofit/>
          </a:bodyPr>
          <a:lstStyle>
            <a:lvl1pPr marL="285750" marR="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sz="14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Box 3 Content</a:t>
            </a:r>
          </a:p>
        </p:txBody>
      </p:sp>
      <p:sp>
        <p:nvSpPr>
          <p:cNvPr id="2" name="Slide Subtitle">
            <a:extLst>
              <a:ext uri="{FF2B5EF4-FFF2-40B4-BE49-F238E27FC236}">
                <a16:creationId xmlns:a16="http://schemas.microsoft.com/office/drawing/2014/main" id="{CEDEA388-31B6-1F81-246C-34BBE01C55AE}"/>
              </a:ext>
            </a:extLst>
          </p:cNvPr>
          <p:cNvSpPr>
            <a:spLocks noGrp="1"/>
          </p:cNvSpPr>
          <p:nvPr>
            <p:ph type="body" sz="quarter" idx="30" hasCustomPrompt="1"/>
          </p:nvPr>
        </p:nvSpPr>
        <p:spPr>
          <a:xfrm>
            <a:off x="457200" y="685800"/>
            <a:ext cx="11274552" cy="758952"/>
          </a:xfrm>
        </p:spPr>
        <p:txBody>
          <a:bodyPr>
            <a:normAutofit/>
          </a:bodyPr>
          <a:lstStyle>
            <a:lvl1pPr marL="0" indent="0">
              <a:lnSpc>
                <a:spcPct val="100000"/>
              </a:lnSpc>
              <a:buNone/>
              <a:defRPr sz="1600" b="0" i="0">
                <a:solidFill>
                  <a:srgbClr val="53565A"/>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Slide Subtitle</a:t>
            </a:r>
          </a:p>
        </p:txBody>
      </p:sp>
      <p:sp>
        <p:nvSpPr>
          <p:cNvPr id="20" name="Slide Title">
            <a:extLst>
              <a:ext uri="{FF2B5EF4-FFF2-40B4-BE49-F238E27FC236}">
                <a16:creationId xmlns:a16="http://schemas.microsoft.com/office/drawing/2014/main" id="{C2830E60-828F-BD1F-3A76-F25745DC796A}"/>
              </a:ext>
            </a:extLst>
          </p:cNvPr>
          <p:cNvSpPr>
            <a:spLocks noGrp="1"/>
          </p:cNvSpPr>
          <p:nvPr>
            <p:ph type="body" sz="quarter" idx="10" hasCustomPrompt="1"/>
          </p:nvPr>
        </p:nvSpPr>
        <p:spPr>
          <a:xfrm>
            <a:off x="457200" y="347472"/>
            <a:ext cx="11274552" cy="338328"/>
          </a:xfrm>
        </p:spPr>
        <p:txBody>
          <a:bodyPr anchor="ctr">
            <a:normAutofit/>
          </a:bodyPr>
          <a:lstStyle>
            <a:lvl1pPr marL="0" indent="0">
              <a:lnSpc>
                <a:spcPct val="100000"/>
              </a:lnSpc>
              <a:buNone/>
              <a:defRPr sz="21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Slide Title</a:t>
            </a:r>
          </a:p>
        </p:txBody>
      </p:sp>
    </p:spTree>
    <p:extLst>
      <p:ext uri="{BB962C8B-B14F-4D97-AF65-F5344CB8AC3E}">
        <p14:creationId xmlns:p14="http://schemas.microsoft.com/office/powerpoint/2010/main" val="5602488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our_cause_effect_slide">
    <p:spTree>
      <p:nvGrpSpPr>
        <p:cNvPr id="1" name=""/>
        <p:cNvGrpSpPr/>
        <p:nvPr/>
      </p:nvGrpSpPr>
      <p:grpSpPr>
        <a:xfrm>
          <a:off x="0" y="0"/>
          <a:ext cx="0" cy="0"/>
          <a:chOff x="0" y="0"/>
          <a:chExt cx="0" cy="0"/>
        </a:xfrm>
      </p:grpSpPr>
      <p:sp>
        <p:nvSpPr>
          <p:cNvPr id="26" name="Pentagon 25">
            <a:extLst>
              <a:ext uri="{FF2B5EF4-FFF2-40B4-BE49-F238E27FC236}">
                <a16:creationId xmlns:a16="http://schemas.microsoft.com/office/drawing/2014/main" id="{490FE3C6-B8EA-26C5-CC56-833F3967AEEF}"/>
              </a:ext>
            </a:extLst>
          </p:cNvPr>
          <p:cNvSpPr/>
          <p:nvPr userDrawn="1"/>
        </p:nvSpPr>
        <p:spPr>
          <a:xfrm>
            <a:off x="501650" y="1904062"/>
            <a:ext cx="3011687" cy="705659"/>
          </a:xfrm>
          <a:prstGeom prst="homePlate">
            <a:avLst/>
          </a:prstGeom>
          <a:solidFill>
            <a:srgbClr val="85EC20"/>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44000" tIns="88900" rIns="88900" bIns="88900" rtlCol="0" anchor="ctr"/>
          <a:lstStyle/>
          <a:p>
            <a:endParaRPr lang="en-US" sz="1300" dirty="0">
              <a:solidFill>
                <a:schemeClr val="tx1"/>
              </a:solidFill>
              <a:latin typeface="Open Sans SemiBold"/>
              <a:ea typeface="Open Sans SemiBold"/>
              <a:cs typeface="Open Sans SemiBold"/>
            </a:endParaRPr>
          </a:p>
        </p:txBody>
      </p:sp>
      <p:sp>
        <p:nvSpPr>
          <p:cNvPr id="27" name="Chevron 26">
            <a:extLst>
              <a:ext uri="{FF2B5EF4-FFF2-40B4-BE49-F238E27FC236}">
                <a16:creationId xmlns:a16="http://schemas.microsoft.com/office/drawing/2014/main" id="{9932C2C8-7C66-42D2-E5C5-01936F3D567F}"/>
              </a:ext>
            </a:extLst>
          </p:cNvPr>
          <p:cNvSpPr/>
          <p:nvPr userDrawn="1"/>
        </p:nvSpPr>
        <p:spPr>
          <a:xfrm>
            <a:off x="3227321" y="1909647"/>
            <a:ext cx="3011687" cy="705659"/>
          </a:xfrm>
          <a:prstGeom prst="chevron">
            <a:avLst/>
          </a:prstGeom>
          <a:solidFill>
            <a:srgbClr val="85BD25"/>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44000" tIns="88900" rIns="88900" bIns="88900" rtlCol="0" anchor="ctr"/>
          <a:lstStyle/>
          <a:p>
            <a:endParaRPr lang="en-US" sz="1300" dirty="0">
              <a:solidFill>
                <a:schemeClr val="bg1"/>
              </a:solidFill>
              <a:latin typeface="Open Sans SemiBold"/>
              <a:ea typeface="Open Sans SemiBold"/>
              <a:cs typeface="Open Sans SemiBold"/>
            </a:endParaRPr>
          </a:p>
        </p:txBody>
      </p:sp>
      <p:sp>
        <p:nvSpPr>
          <p:cNvPr id="28" name="Chevron 27">
            <a:extLst>
              <a:ext uri="{FF2B5EF4-FFF2-40B4-BE49-F238E27FC236}">
                <a16:creationId xmlns:a16="http://schemas.microsoft.com/office/drawing/2014/main" id="{04C03731-61F1-A196-BD98-9B4D3D6B879B}"/>
              </a:ext>
            </a:extLst>
          </p:cNvPr>
          <p:cNvSpPr/>
          <p:nvPr userDrawn="1"/>
        </p:nvSpPr>
        <p:spPr>
          <a:xfrm>
            <a:off x="5952992" y="1904062"/>
            <a:ext cx="3011687" cy="705659"/>
          </a:xfrm>
          <a:prstGeom prst="chevron">
            <a:avLst/>
          </a:prstGeom>
          <a:solidFill>
            <a:srgbClr val="25890D"/>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44000" tIns="88900" rIns="88900" bIns="88900" rtlCol="0" anchor="ctr"/>
          <a:lstStyle/>
          <a:p>
            <a:endParaRPr lang="en-US" sz="1300" dirty="0">
              <a:solidFill>
                <a:schemeClr val="bg1"/>
              </a:solidFill>
              <a:latin typeface="Open Sans SemiBold"/>
              <a:ea typeface="Open Sans SemiBold"/>
              <a:cs typeface="Open Sans SemiBold"/>
            </a:endParaRPr>
          </a:p>
        </p:txBody>
      </p:sp>
      <p:sp>
        <p:nvSpPr>
          <p:cNvPr id="29" name="Chevron 28">
            <a:extLst>
              <a:ext uri="{FF2B5EF4-FFF2-40B4-BE49-F238E27FC236}">
                <a16:creationId xmlns:a16="http://schemas.microsoft.com/office/drawing/2014/main" id="{98C89028-2FF4-D689-ABAD-E50488988DB5}"/>
              </a:ext>
            </a:extLst>
          </p:cNvPr>
          <p:cNvSpPr/>
          <p:nvPr userDrawn="1"/>
        </p:nvSpPr>
        <p:spPr>
          <a:xfrm>
            <a:off x="8678663" y="1904062"/>
            <a:ext cx="3011687" cy="705659"/>
          </a:xfrm>
          <a:prstGeom prst="chevron">
            <a:avLst/>
          </a:prstGeom>
          <a:solidFill>
            <a:srgbClr val="036A38"/>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44000" tIns="88900" rIns="88900" bIns="88900" rtlCol="0" anchor="ctr"/>
          <a:lstStyle/>
          <a:p>
            <a:endParaRPr lang="en-US" sz="1300" dirty="0">
              <a:solidFill>
                <a:schemeClr val="bg1"/>
              </a:solidFill>
              <a:latin typeface="Open Sans SemiBold"/>
              <a:ea typeface="Open Sans SemiBold"/>
              <a:cs typeface="Open Sans SemiBold"/>
            </a:endParaRPr>
          </a:p>
        </p:txBody>
      </p:sp>
      <p:sp>
        <p:nvSpPr>
          <p:cNvPr id="15" name="Box 1 Title">
            <a:extLst>
              <a:ext uri="{FF2B5EF4-FFF2-40B4-BE49-F238E27FC236}">
                <a16:creationId xmlns:a16="http://schemas.microsoft.com/office/drawing/2014/main" id="{D824DEC9-A944-8C0F-08F2-35A5C4A11C77}"/>
              </a:ext>
            </a:extLst>
          </p:cNvPr>
          <p:cNvSpPr>
            <a:spLocks noGrp="1"/>
          </p:cNvSpPr>
          <p:nvPr>
            <p:ph type="body" sz="quarter" idx="21" hasCustomPrompt="1"/>
          </p:nvPr>
        </p:nvSpPr>
        <p:spPr>
          <a:xfrm>
            <a:off x="725938" y="2062880"/>
            <a:ext cx="2524366" cy="366402"/>
          </a:xfrm>
        </p:spPr>
        <p:txBody>
          <a:bodyPr anchor="ctr">
            <a:normAutofit/>
          </a:bodyPr>
          <a:lstStyle>
            <a:lvl1pPr marL="0" indent="0">
              <a:lnSpc>
                <a:spcPct val="100000"/>
              </a:lnSpc>
              <a:buNone/>
              <a:defRPr sz="14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Box 1 Title</a:t>
            </a:r>
          </a:p>
        </p:txBody>
      </p:sp>
      <p:sp>
        <p:nvSpPr>
          <p:cNvPr id="16" name="Box 1 Content">
            <a:extLst>
              <a:ext uri="{FF2B5EF4-FFF2-40B4-BE49-F238E27FC236}">
                <a16:creationId xmlns:a16="http://schemas.microsoft.com/office/drawing/2014/main" id="{2C855802-913E-F384-FDCF-ACADFD38575D}"/>
              </a:ext>
            </a:extLst>
          </p:cNvPr>
          <p:cNvSpPr>
            <a:spLocks noGrp="1"/>
          </p:cNvSpPr>
          <p:nvPr>
            <p:ph type="body" sz="quarter" idx="24" hasCustomPrompt="1"/>
          </p:nvPr>
        </p:nvSpPr>
        <p:spPr>
          <a:xfrm>
            <a:off x="725938" y="2706013"/>
            <a:ext cx="2338736" cy="2896052"/>
          </a:xfrm>
        </p:spPr>
        <p:txBody>
          <a:bodyPr>
            <a:normAutofit/>
          </a:bodyPr>
          <a:lstStyle>
            <a:lvl1pPr marL="285750" marR="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sz="14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Box 1 Content</a:t>
            </a:r>
          </a:p>
        </p:txBody>
      </p:sp>
      <p:sp>
        <p:nvSpPr>
          <p:cNvPr id="17" name="Box 2 Title">
            <a:extLst>
              <a:ext uri="{FF2B5EF4-FFF2-40B4-BE49-F238E27FC236}">
                <a16:creationId xmlns:a16="http://schemas.microsoft.com/office/drawing/2014/main" id="{60E869E3-2EE7-BD03-4F9C-AFFC6B6CF843}"/>
              </a:ext>
            </a:extLst>
          </p:cNvPr>
          <p:cNvSpPr>
            <a:spLocks noGrp="1"/>
          </p:cNvSpPr>
          <p:nvPr>
            <p:ph type="body" sz="quarter" idx="22" hasCustomPrompt="1"/>
          </p:nvPr>
        </p:nvSpPr>
        <p:spPr>
          <a:xfrm>
            <a:off x="3545621" y="2062880"/>
            <a:ext cx="2438514" cy="366402"/>
          </a:xfrm>
        </p:spPr>
        <p:txBody>
          <a:bodyPr anchor="ctr">
            <a:normAutofit/>
          </a:bodyPr>
          <a:lstStyle>
            <a:lvl1pPr marL="0" indent="0">
              <a:lnSpc>
                <a:spcPct val="100000"/>
              </a:lnSpc>
              <a:buNone/>
              <a:defRPr sz="14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Box 2 Title</a:t>
            </a:r>
          </a:p>
        </p:txBody>
      </p:sp>
      <p:sp>
        <p:nvSpPr>
          <p:cNvPr id="18" name="Box 2 Content">
            <a:extLst>
              <a:ext uri="{FF2B5EF4-FFF2-40B4-BE49-F238E27FC236}">
                <a16:creationId xmlns:a16="http://schemas.microsoft.com/office/drawing/2014/main" id="{B116D501-747D-31E0-DC0A-25CE4FDCA295}"/>
              </a:ext>
            </a:extLst>
          </p:cNvPr>
          <p:cNvSpPr>
            <a:spLocks noGrp="1"/>
          </p:cNvSpPr>
          <p:nvPr>
            <p:ph type="body" sz="quarter" idx="25" hasCustomPrompt="1"/>
          </p:nvPr>
        </p:nvSpPr>
        <p:spPr>
          <a:xfrm>
            <a:off x="3479938" y="2706013"/>
            <a:ext cx="2327936" cy="2896052"/>
          </a:xfrm>
        </p:spPr>
        <p:txBody>
          <a:bodyPr>
            <a:normAutofit/>
          </a:bodyPr>
          <a:lstStyle>
            <a:lvl1pPr marL="285750" marR="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sz="14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Box 2 Content</a:t>
            </a:r>
          </a:p>
        </p:txBody>
      </p:sp>
      <p:sp>
        <p:nvSpPr>
          <p:cNvPr id="19" name="Box 3 Title">
            <a:extLst>
              <a:ext uri="{FF2B5EF4-FFF2-40B4-BE49-F238E27FC236}">
                <a16:creationId xmlns:a16="http://schemas.microsoft.com/office/drawing/2014/main" id="{7CDB5D46-541F-A2E4-F5FD-1AD9F22E3ACC}"/>
              </a:ext>
            </a:extLst>
          </p:cNvPr>
          <p:cNvSpPr>
            <a:spLocks noGrp="1"/>
          </p:cNvSpPr>
          <p:nvPr>
            <p:ph type="body" sz="quarter" idx="23" hasCustomPrompt="1"/>
          </p:nvPr>
        </p:nvSpPr>
        <p:spPr>
          <a:xfrm>
            <a:off x="6273638" y="2062880"/>
            <a:ext cx="2450142" cy="366402"/>
          </a:xfrm>
        </p:spPr>
        <p:txBody>
          <a:bodyPr anchor="ctr">
            <a:normAutofit/>
          </a:bodyPr>
          <a:lstStyle>
            <a:lvl1pPr marL="0" indent="0">
              <a:lnSpc>
                <a:spcPct val="100000"/>
              </a:lnSpc>
              <a:buNone/>
              <a:defRPr sz="14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Box 3 Title</a:t>
            </a:r>
          </a:p>
        </p:txBody>
      </p:sp>
      <p:sp>
        <p:nvSpPr>
          <p:cNvPr id="20" name="Box 3 Content">
            <a:extLst>
              <a:ext uri="{FF2B5EF4-FFF2-40B4-BE49-F238E27FC236}">
                <a16:creationId xmlns:a16="http://schemas.microsoft.com/office/drawing/2014/main" id="{7C53E409-C920-852B-2AFB-1F42B1A2297A}"/>
              </a:ext>
            </a:extLst>
          </p:cNvPr>
          <p:cNvSpPr>
            <a:spLocks noGrp="1"/>
          </p:cNvSpPr>
          <p:nvPr>
            <p:ph type="body" sz="quarter" idx="26" hasCustomPrompt="1"/>
          </p:nvPr>
        </p:nvSpPr>
        <p:spPr>
          <a:xfrm>
            <a:off x="6210537" y="2706013"/>
            <a:ext cx="2340537" cy="2896052"/>
          </a:xfrm>
        </p:spPr>
        <p:txBody>
          <a:bodyPr>
            <a:normAutofit/>
          </a:bodyPr>
          <a:lstStyle>
            <a:lvl1pPr marL="285750" marR="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sz="14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Box 3 Content</a:t>
            </a:r>
          </a:p>
        </p:txBody>
      </p:sp>
      <p:sp>
        <p:nvSpPr>
          <p:cNvPr id="21" name="Box 4 Title">
            <a:extLst>
              <a:ext uri="{FF2B5EF4-FFF2-40B4-BE49-F238E27FC236}">
                <a16:creationId xmlns:a16="http://schemas.microsoft.com/office/drawing/2014/main" id="{84849E69-60EF-66C1-7CF8-237D4EBA1F56}"/>
              </a:ext>
            </a:extLst>
          </p:cNvPr>
          <p:cNvSpPr>
            <a:spLocks noGrp="1"/>
          </p:cNvSpPr>
          <p:nvPr>
            <p:ph type="body" sz="quarter" idx="28" hasCustomPrompt="1"/>
          </p:nvPr>
        </p:nvSpPr>
        <p:spPr>
          <a:xfrm>
            <a:off x="9007469" y="2059571"/>
            <a:ext cx="2450142" cy="366402"/>
          </a:xfrm>
        </p:spPr>
        <p:txBody>
          <a:bodyPr anchor="ctr">
            <a:normAutofit/>
          </a:bodyPr>
          <a:lstStyle>
            <a:lvl1pPr marL="0" indent="0">
              <a:lnSpc>
                <a:spcPct val="100000"/>
              </a:lnSpc>
              <a:buNone/>
              <a:defRPr sz="14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Box 4 Title</a:t>
            </a:r>
          </a:p>
        </p:txBody>
      </p:sp>
      <p:sp>
        <p:nvSpPr>
          <p:cNvPr id="22" name="Box 4 Content">
            <a:extLst>
              <a:ext uri="{FF2B5EF4-FFF2-40B4-BE49-F238E27FC236}">
                <a16:creationId xmlns:a16="http://schemas.microsoft.com/office/drawing/2014/main" id="{80323E1A-8E88-AFA2-66D4-1BDDB19839C7}"/>
              </a:ext>
            </a:extLst>
          </p:cNvPr>
          <p:cNvSpPr>
            <a:spLocks noGrp="1"/>
          </p:cNvSpPr>
          <p:nvPr>
            <p:ph type="body" sz="quarter" idx="27" hasCustomPrompt="1"/>
          </p:nvPr>
        </p:nvSpPr>
        <p:spPr>
          <a:xfrm>
            <a:off x="8953736" y="2712166"/>
            <a:ext cx="2340537" cy="2896052"/>
          </a:xfrm>
        </p:spPr>
        <p:txBody>
          <a:bodyPr>
            <a:normAutofit/>
          </a:bodyPr>
          <a:lstStyle>
            <a:lvl1pPr marL="285750" marR="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sz="14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Box 4 Content</a:t>
            </a:r>
          </a:p>
        </p:txBody>
      </p:sp>
      <p:sp>
        <p:nvSpPr>
          <p:cNvPr id="2" name="Slide Subtitle">
            <a:extLst>
              <a:ext uri="{FF2B5EF4-FFF2-40B4-BE49-F238E27FC236}">
                <a16:creationId xmlns:a16="http://schemas.microsoft.com/office/drawing/2014/main" id="{6DDEC06D-C3B8-54B1-4B93-542597F12AD3}"/>
              </a:ext>
            </a:extLst>
          </p:cNvPr>
          <p:cNvSpPr>
            <a:spLocks noGrp="1"/>
          </p:cNvSpPr>
          <p:nvPr>
            <p:ph type="body" sz="quarter" idx="30" hasCustomPrompt="1"/>
          </p:nvPr>
        </p:nvSpPr>
        <p:spPr>
          <a:xfrm>
            <a:off x="457200" y="685800"/>
            <a:ext cx="11274552" cy="758952"/>
          </a:xfrm>
        </p:spPr>
        <p:txBody>
          <a:bodyPr>
            <a:normAutofit/>
          </a:bodyPr>
          <a:lstStyle>
            <a:lvl1pPr marL="0" indent="0">
              <a:lnSpc>
                <a:spcPct val="100000"/>
              </a:lnSpc>
              <a:buNone/>
              <a:defRPr sz="1600" b="0" i="0">
                <a:solidFill>
                  <a:srgbClr val="53565A"/>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Slide Subtitle</a:t>
            </a:r>
          </a:p>
        </p:txBody>
      </p:sp>
      <p:sp>
        <p:nvSpPr>
          <p:cNvPr id="24" name="Slide Title">
            <a:extLst>
              <a:ext uri="{FF2B5EF4-FFF2-40B4-BE49-F238E27FC236}">
                <a16:creationId xmlns:a16="http://schemas.microsoft.com/office/drawing/2014/main" id="{AF96BB15-E15F-97F6-1479-FC87D823D973}"/>
              </a:ext>
            </a:extLst>
          </p:cNvPr>
          <p:cNvSpPr>
            <a:spLocks noGrp="1"/>
          </p:cNvSpPr>
          <p:nvPr>
            <p:ph type="body" sz="quarter" idx="10" hasCustomPrompt="1"/>
          </p:nvPr>
        </p:nvSpPr>
        <p:spPr>
          <a:xfrm>
            <a:off x="457200" y="347472"/>
            <a:ext cx="11274552" cy="338328"/>
          </a:xfrm>
        </p:spPr>
        <p:txBody>
          <a:bodyPr anchor="ctr">
            <a:normAutofit/>
          </a:bodyPr>
          <a:lstStyle>
            <a:lvl1pPr marL="0" indent="0">
              <a:lnSpc>
                <a:spcPct val="100000"/>
              </a:lnSpc>
              <a:buNone/>
              <a:defRPr sz="21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Slide Title</a:t>
            </a:r>
          </a:p>
        </p:txBody>
      </p:sp>
    </p:spTree>
    <p:extLst>
      <p:ext uri="{BB962C8B-B14F-4D97-AF65-F5344CB8AC3E}">
        <p14:creationId xmlns:p14="http://schemas.microsoft.com/office/powerpoint/2010/main" val="21351215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ree_metrics_slide">
    <p:spTree>
      <p:nvGrpSpPr>
        <p:cNvPr id="1" name=""/>
        <p:cNvGrpSpPr/>
        <p:nvPr/>
      </p:nvGrpSpPr>
      <p:grpSpPr>
        <a:xfrm>
          <a:off x="0" y="0"/>
          <a:ext cx="0" cy="0"/>
          <a:chOff x="0" y="0"/>
          <a:chExt cx="0" cy="0"/>
        </a:xfrm>
      </p:grpSpPr>
      <p:sp>
        <p:nvSpPr>
          <p:cNvPr id="7" name="Metric 1">
            <a:extLst>
              <a:ext uri="{FF2B5EF4-FFF2-40B4-BE49-F238E27FC236}">
                <a16:creationId xmlns:a16="http://schemas.microsoft.com/office/drawing/2014/main" id="{6F796501-24BD-A8BC-340B-FBE3EE87699B}"/>
              </a:ext>
            </a:extLst>
          </p:cNvPr>
          <p:cNvSpPr>
            <a:spLocks noGrp="1"/>
          </p:cNvSpPr>
          <p:nvPr>
            <p:ph type="body" sz="quarter" idx="22" hasCustomPrompt="1"/>
          </p:nvPr>
        </p:nvSpPr>
        <p:spPr>
          <a:xfrm>
            <a:off x="734374" y="2319906"/>
            <a:ext cx="3405138" cy="1026231"/>
          </a:xfrm>
        </p:spPr>
        <p:txBody>
          <a:bodyPr anchor="b">
            <a:noAutofit/>
          </a:bodyPr>
          <a:lstStyle>
            <a:lvl1pPr marL="0" indent="0" algn="ctr">
              <a:lnSpc>
                <a:spcPct val="100000"/>
              </a:lnSpc>
              <a:buNone/>
              <a:defRPr sz="3600" b="1" i="0">
                <a:solidFill>
                  <a:srgbClr val="86BC25"/>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lvl="0"/>
            <a:r>
              <a:rPr lang="en-US" dirty="0"/>
              <a:t>Metric 1</a:t>
            </a:r>
          </a:p>
        </p:txBody>
      </p:sp>
      <p:sp>
        <p:nvSpPr>
          <p:cNvPr id="8" name="Metric 1 Explanation">
            <a:extLst>
              <a:ext uri="{FF2B5EF4-FFF2-40B4-BE49-F238E27FC236}">
                <a16:creationId xmlns:a16="http://schemas.microsoft.com/office/drawing/2014/main" id="{6CB8FB51-C60E-D886-FD1D-15A34B287539}"/>
              </a:ext>
            </a:extLst>
          </p:cNvPr>
          <p:cNvSpPr>
            <a:spLocks noGrp="1"/>
          </p:cNvSpPr>
          <p:nvPr>
            <p:ph type="body" sz="quarter" idx="21" hasCustomPrompt="1"/>
          </p:nvPr>
        </p:nvSpPr>
        <p:spPr>
          <a:xfrm>
            <a:off x="861811" y="3364242"/>
            <a:ext cx="3134229" cy="1704680"/>
          </a:xfrm>
        </p:spPr>
        <p:txBody>
          <a:bodyPr>
            <a:normAutofit/>
          </a:bodyPr>
          <a:lstStyle>
            <a:lvl1pPr marL="0" indent="0" algn="ctr">
              <a:lnSpc>
                <a:spcPts val="1880"/>
              </a:lnSpc>
              <a:buNone/>
              <a:defRPr sz="14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Metric 1 Explanation</a:t>
            </a:r>
          </a:p>
        </p:txBody>
      </p:sp>
      <p:sp>
        <p:nvSpPr>
          <p:cNvPr id="9" name="Metric 2">
            <a:extLst>
              <a:ext uri="{FF2B5EF4-FFF2-40B4-BE49-F238E27FC236}">
                <a16:creationId xmlns:a16="http://schemas.microsoft.com/office/drawing/2014/main" id="{62B020F3-F0F9-EDC0-81DF-FF4DBE7A03FA}"/>
              </a:ext>
            </a:extLst>
          </p:cNvPr>
          <p:cNvSpPr>
            <a:spLocks noGrp="1"/>
          </p:cNvSpPr>
          <p:nvPr>
            <p:ph type="body" sz="quarter" idx="24" hasCustomPrompt="1"/>
          </p:nvPr>
        </p:nvSpPr>
        <p:spPr>
          <a:xfrm>
            <a:off x="4354027" y="2322969"/>
            <a:ext cx="3405138" cy="1026230"/>
          </a:xfrm>
        </p:spPr>
        <p:txBody>
          <a:bodyPr anchor="b">
            <a:no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3600" b="1" i="0">
                <a:solidFill>
                  <a:srgbClr val="86BC25"/>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Metric 2</a:t>
            </a:r>
          </a:p>
        </p:txBody>
      </p:sp>
      <p:sp>
        <p:nvSpPr>
          <p:cNvPr id="10" name="Metric 2 Explanation">
            <a:extLst>
              <a:ext uri="{FF2B5EF4-FFF2-40B4-BE49-F238E27FC236}">
                <a16:creationId xmlns:a16="http://schemas.microsoft.com/office/drawing/2014/main" id="{7D9FEAC1-4EE0-CD92-AABE-C1216A83AA56}"/>
              </a:ext>
            </a:extLst>
          </p:cNvPr>
          <p:cNvSpPr>
            <a:spLocks noGrp="1"/>
          </p:cNvSpPr>
          <p:nvPr>
            <p:ph type="body" sz="quarter" idx="23" hasCustomPrompt="1"/>
          </p:nvPr>
        </p:nvSpPr>
        <p:spPr>
          <a:xfrm>
            <a:off x="4481464" y="3367304"/>
            <a:ext cx="3134229" cy="1704681"/>
          </a:xfrm>
        </p:spPr>
        <p:txBody>
          <a:bodyPr>
            <a:normAutofit/>
          </a:bodyPr>
          <a:lstStyle>
            <a:lvl1pPr marL="0" marR="0" indent="0" algn="ctr" defTabSz="914400" rtl="0" eaLnBrk="1" fontAlgn="auto" latinLnBrk="0" hangingPunct="1">
              <a:lnSpc>
                <a:spcPts val="1880"/>
              </a:lnSpc>
              <a:spcBef>
                <a:spcPts val="1000"/>
              </a:spcBef>
              <a:spcAft>
                <a:spcPts val="0"/>
              </a:spcAft>
              <a:buClrTx/>
              <a:buSzTx/>
              <a:buFont typeface="Arial" panose="020B0604020202020204" pitchFamily="34" charset="0"/>
              <a:buNone/>
              <a:tabLst/>
              <a:defRPr sz="14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Metric 2 Explanation</a:t>
            </a:r>
          </a:p>
        </p:txBody>
      </p:sp>
      <p:sp>
        <p:nvSpPr>
          <p:cNvPr id="11" name="Metric 3">
            <a:extLst>
              <a:ext uri="{FF2B5EF4-FFF2-40B4-BE49-F238E27FC236}">
                <a16:creationId xmlns:a16="http://schemas.microsoft.com/office/drawing/2014/main" id="{5F6B94E8-CF73-621F-EA6E-A366B1B5E196}"/>
              </a:ext>
            </a:extLst>
          </p:cNvPr>
          <p:cNvSpPr>
            <a:spLocks noGrp="1"/>
          </p:cNvSpPr>
          <p:nvPr>
            <p:ph type="body" sz="quarter" idx="26" hasCustomPrompt="1"/>
          </p:nvPr>
        </p:nvSpPr>
        <p:spPr>
          <a:xfrm>
            <a:off x="7973680" y="2319906"/>
            <a:ext cx="3405138" cy="1026230"/>
          </a:xfrm>
        </p:spPr>
        <p:txBody>
          <a:bodyPr anchor="b">
            <a:no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3600" b="1" i="0">
                <a:solidFill>
                  <a:srgbClr val="86BC25"/>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Metric 3</a:t>
            </a:r>
          </a:p>
        </p:txBody>
      </p:sp>
      <p:sp>
        <p:nvSpPr>
          <p:cNvPr id="12" name="Metric 3 Explanation">
            <a:extLst>
              <a:ext uri="{FF2B5EF4-FFF2-40B4-BE49-F238E27FC236}">
                <a16:creationId xmlns:a16="http://schemas.microsoft.com/office/drawing/2014/main" id="{66C0A07B-67D2-2732-D6ED-7F20F6E5648B}"/>
              </a:ext>
            </a:extLst>
          </p:cNvPr>
          <p:cNvSpPr>
            <a:spLocks noGrp="1"/>
          </p:cNvSpPr>
          <p:nvPr>
            <p:ph type="body" sz="quarter" idx="25" hasCustomPrompt="1"/>
          </p:nvPr>
        </p:nvSpPr>
        <p:spPr>
          <a:xfrm>
            <a:off x="8101117" y="3364242"/>
            <a:ext cx="3134229" cy="1704682"/>
          </a:xfrm>
        </p:spPr>
        <p:txBody>
          <a:bodyPr>
            <a:normAutofit/>
          </a:bodyPr>
          <a:lstStyle>
            <a:lvl1pPr marL="0" marR="0" indent="0" algn="ctr" defTabSz="914400" rtl="0" eaLnBrk="1" fontAlgn="auto" latinLnBrk="0" hangingPunct="1">
              <a:lnSpc>
                <a:spcPts val="1880"/>
              </a:lnSpc>
              <a:spcBef>
                <a:spcPts val="1000"/>
              </a:spcBef>
              <a:spcAft>
                <a:spcPts val="0"/>
              </a:spcAft>
              <a:buClrTx/>
              <a:buSzTx/>
              <a:buFont typeface="Arial" panose="020B0604020202020204" pitchFamily="34" charset="0"/>
              <a:buNone/>
              <a:tabLst/>
              <a:defRPr sz="14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Metric 3 Explanation</a:t>
            </a:r>
          </a:p>
        </p:txBody>
      </p:sp>
      <p:cxnSp>
        <p:nvCxnSpPr>
          <p:cNvPr id="13" name="Straight Connector 12">
            <a:extLst>
              <a:ext uri="{FF2B5EF4-FFF2-40B4-BE49-F238E27FC236}">
                <a16:creationId xmlns:a16="http://schemas.microsoft.com/office/drawing/2014/main" id="{491E2E07-8DE0-66C0-F68C-4768E22BD797}"/>
              </a:ext>
            </a:extLst>
          </p:cNvPr>
          <p:cNvCxnSpPr>
            <a:cxnSpLocks/>
          </p:cNvCxnSpPr>
          <p:nvPr userDrawn="1"/>
        </p:nvCxnSpPr>
        <p:spPr>
          <a:xfrm>
            <a:off x="4246770" y="2754954"/>
            <a:ext cx="0" cy="1818480"/>
          </a:xfrm>
          <a:prstGeom prst="line">
            <a:avLst/>
          </a:prstGeom>
          <a:ln w="12700">
            <a:solidFill>
              <a:schemeClr val="bg1">
                <a:lumMod val="6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C4F7BBB7-46C8-6D0B-C2B2-D7D092CB5831}"/>
              </a:ext>
            </a:extLst>
          </p:cNvPr>
          <p:cNvCxnSpPr>
            <a:cxnSpLocks/>
          </p:cNvCxnSpPr>
          <p:nvPr userDrawn="1"/>
        </p:nvCxnSpPr>
        <p:spPr>
          <a:xfrm>
            <a:off x="7866422" y="2754954"/>
            <a:ext cx="0" cy="1818480"/>
          </a:xfrm>
          <a:prstGeom prst="line">
            <a:avLst/>
          </a:prstGeom>
          <a:ln w="12700">
            <a:solidFill>
              <a:schemeClr val="bg1">
                <a:lumMod val="65000"/>
              </a:schemeClr>
            </a:solidFill>
            <a:prstDash val="dash"/>
          </a:ln>
        </p:spPr>
        <p:style>
          <a:lnRef idx="2">
            <a:schemeClr val="accent1"/>
          </a:lnRef>
          <a:fillRef idx="0">
            <a:schemeClr val="accent1"/>
          </a:fillRef>
          <a:effectRef idx="1">
            <a:schemeClr val="accent1"/>
          </a:effectRef>
          <a:fontRef idx="minor">
            <a:schemeClr val="tx1"/>
          </a:fontRef>
        </p:style>
      </p:cxnSp>
      <p:sp>
        <p:nvSpPr>
          <p:cNvPr id="2" name="Slide Subtitle">
            <a:extLst>
              <a:ext uri="{FF2B5EF4-FFF2-40B4-BE49-F238E27FC236}">
                <a16:creationId xmlns:a16="http://schemas.microsoft.com/office/drawing/2014/main" id="{48F2DDA1-2B27-BE2A-0B2B-03690D5944E8}"/>
              </a:ext>
            </a:extLst>
          </p:cNvPr>
          <p:cNvSpPr>
            <a:spLocks noGrp="1"/>
          </p:cNvSpPr>
          <p:nvPr>
            <p:ph type="body" sz="quarter" idx="30" hasCustomPrompt="1"/>
          </p:nvPr>
        </p:nvSpPr>
        <p:spPr>
          <a:xfrm>
            <a:off x="457200" y="685800"/>
            <a:ext cx="11274552" cy="758952"/>
          </a:xfrm>
        </p:spPr>
        <p:txBody>
          <a:bodyPr>
            <a:normAutofit/>
          </a:bodyPr>
          <a:lstStyle>
            <a:lvl1pPr marL="0" indent="0">
              <a:lnSpc>
                <a:spcPct val="100000"/>
              </a:lnSpc>
              <a:buNone/>
              <a:defRPr sz="1600" b="0" i="0">
                <a:solidFill>
                  <a:srgbClr val="53565A"/>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Slide Subtitle</a:t>
            </a:r>
          </a:p>
        </p:txBody>
      </p:sp>
      <p:sp>
        <p:nvSpPr>
          <p:cNvPr id="16" name="Slide Title">
            <a:extLst>
              <a:ext uri="{FF2B5EF4-FFF2-40B4-BE49-F238E27FC236}">
                <a16:creationId xmlns:a16="http://schemas.microsoft.com/office/drawing/2014/main" id="{4D35A28C-F0E3-DB55-5C4F-CFDBB6372C17}"/>
              </a:ext>
            </a:extLst>
          </p:cNvPr>
          <p:cNvSpPr>
            <a:spLocks noGrp="1"/>
          </p:cNvSpPr>
          <p:nvPr>
            <p:ph type="body" sz="quarter" idx="10" hasCustomPrompt="1"/>
          </p:nvPr>
        </p:nvSpPr>
        <p:spPr>
          <a:xfrm>
            <a:off x="457200" y="347472"/>
            <a:ext cx="11274552" cy="338328"/>
          </a:xfrm>
        </p:spPr>
        <p:txBody>
          <a:bodyPr anchor="ctr">
            <a:normAutofit/>
          </a:bodyPr>
          <a:lstStyle>
            <a:lvl1pPr marL="0" indent="0">
              <a:lnSpc>
                <a:spcPct val="100000"/>
              </a:lnSpc>
              <a:buNone/>
              <a:defRPr sz="21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Slide Title</a:t>
            </a:r>
          </a:p>
        </p:txBody>
      </p:sp>
    </p:spTree>
    <p:extLst>
      <p:ext uri="{BB962C8B-B14F-4D97-AF65-F5344CB8AC3E}">
        <p14:creationId xmlns:p14="http://schemas.microsoft.com/office/powerpoint/2010/main" val="24899296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_card_slide">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CA4833A-BFB4-ADAF-127A-FDFFDDA5E51F}"/>
              </a:ext>
            </a:extLst>
          </p:cNvPr>
          <p:cNvSpPr txBox="1"/>
          <p:nvPr userDrawn="1"/>
        </p:nvSpPr>
        <p:spPr>
          <a:xfrm>
            <a:off x="794929" y="2500549"/>
            <a:ext cx="1391478" cy="438582"/>
          </a:xfrm>
          <a:prstGeom prst="rect">
            <a:avLst/>
          </a:prstGeom>
          <a:noFill/>
        </p:spPr>
        <p:txBody>
          <a:bodyPr wrap="square" rtlCol="0">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chemeClr val="accent1"/>
                </a:solidFill>
                <a:effectLst/>
                <a:uLnTx/>
                <a:uFillTx/>
                <a:latin typeface="Open Sans SemiBold" panose="020B0606030504020204" pitchFamily="34" charset="0"/>
                <a:ea typeface="Open Sans SemiBold" panose="020B0606030504020204" pitchFamily="34" charset="0"/>
                <a:cs typeface="Open Sans SemiBold" panose="020B0606030504020204" pitchFamily="34" charset="0"/>
              </a:rPr>
              <a:t>01</a:t>
            </a:r>
          </a:p>
        </p:txBody>
      </p:sp>
      <p:sp>
        <p:nvSpPr>
          <p:cNvPr id="8" name="Rectangle 7">
            <a:extLst>
              <a:ext uri="{FF2B5EF4-FFF2-40B4-BE49-F238E27FC236}">
                <a16:creationId xmlns:a16="http://schemas.microsoft.com/office/drawing/2014/main" id="{98EB8C5D-0AF1-496B-32AB-E4EC6587685F}"/>
              </a:ext>
            </a:extLst>
          </p:cNvPr>
          <p:cNvSpPr/>
          <p:nvPr userDrawn="1"/>
        </p:nvSpPr>
        <p:spPr>
          <a:xfrm>
            <a:off x="536575" y="2165518"/>
            <a:ext cx="3578840" cy="3953435"/>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009EDB9-DD07-6A76-CC15-6D90A6D187A6}"/>
              </a:ext>
            </a:extLst>
          </p:cNvPr>
          <p:cNvSpPr txBox="1"/>
          <p:nvPr userDrawn="1"/>
        </p:nvSpPr>
        <p:spPr>
          <a:xfrm>
            <a:off x="4564936" y="2500549"/>
            <a:ext cx="1391478" cy="438582"/>
          </a:xfrm>
          <a:prstGeom prst="rect">
            <a:avLst/>
          </a:prstGeom>
          <a:noFill/>
          <a:ln>
            <a:noFill/>
          </a:ln>
        </p:spPr>
        <p:txBody>
          <a:bodyPr wrap="square" rtlCol="0">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chemeClr val="accent3"/>
                </a:solidFill>
                <a:effectLst/>
                <a:uLnTx/>
                <a:uFillTx/>
                <a:latin typeface="Open Sans SemiBold" panose="020B0606030504020204" pitchFamily="34" charset="0"/>
                <a:ea typeface="Open Sans SemiBold" panose="020B0606030504020204" pitchFamily="34" charset="0"/>
                <a:cs typeface="Open Sans SemiBold" panose="020B0606030504020204" pitchFamily="34" charset="0"/>
              </a:rPr>
              <a:t>02</a:t>
            </a:r>
          </a:p>
        </p:txBody>
      </p:sp>
      <p:sp>
        <p:nvSpPr>
          <p:cNvPr id="10" name="Rectangle 9">
            <a:extLst>
              <a:ext uri="{FF2B5EF4-FFF2-40B4-BE49-F238E27FC236}">
                <a16:creationId xmlns:a16="http://schemas.microsoft.com/office/drawing/2014/main" id="{22A2A02D-831F-D30C-2AF1-606A8AE62216}"/>
              </a:ext>
            </a:extLst>
          </p:cNvPr>
          <p:cNvSpPr/>
          <p:nvPr userDrawn="1"/>
        </p:nvSpPr>
        <p:spPr>
          <a:xfrm>
            <a:off x="4306582" y="2165518"/>
            <a:ext cx="3578840" cy="3953435"/>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ED2A395-6EE7-CCD8-344A-FA70E19948C6}"/>
              </a:ext>
            </a:extLst>
          </p:cNvPr>
          <p:cNvSpPr txBox="1"/>
          <p:nvPr userDrawn="1"/>
        </p:nvSpPr>
        <p:spPr>
          <a:xfrm>
            <a:off x="8334943" y="2500549"/>
            <a:ext cx="1391478" cy="438582"/>
          </a:xfrm>
          <a:prstGeom prst="rect">
            <a:avLst/>
          </a:prstGeom>
          <a:noFill/>
          <a:ln>
            <a:noFill/>
          </a:ln>
        </p:spPr>
        <p:txBody>
          <a:bodyPr wrap="square" rtlCol="0">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01ABAC"/>
                </a:solidFill>
                <a:effectLst/>
                <a:uLnTx/>
                <a:uFillTx/>
                <a:latin typeface="Open Sans SemiBold" panose="020B0606030504020204" pitchFamily="34" charset="0"/>
                <a:ea typeface="Open Sans SemiBold" panose="020B0606030504020204" pitchFamily="34" charset="0"/>
                <a:cs typeface="Open Sans SemiBold" panose="020B0606030504020204" pitchFamily="34" charset="0"/>
              </a:rPr>
              <a:t>03</a:t>
            </a:r>
          </a:p>
        </p:txBody>
      </p:sp>
      <p:sp>
        <p:nvSpPr>
          <p:cNvPr id="12" name="Rectangle 11">
            <a:extLst>
              <a:ext uri="{FF2B5EF4-FFF2-40B4-BE49-F238E27FC236}">
                <a16:creationId xmlns:a16="http://schemas.microsoft.com/office/drawing/2014/main" id="{EA55C4A6-9EC0-5E57-F8FB-D341026DD354}"/>
              </a:ext>
            </a:extLst>
          </p:cNvPr>
          <p:cNvSpPr/>
          <p:nvPr userDrawn="1"/>
        </p:nvSpPr>
        <p:spPr>
          <a:xfrm>
            <a:off x="8076589" y="2165518"/>
            <a:ext cx="3578840" cy="3953435"/>
          </a:xfrm>
          <a:prstGeom prst="rect">
            <a:avLst/>
          </a:prstGeom>
          <a:noFill/>
          <a:ln w="38100">
            <a:solidFill>
              <a:srgbClr val="01ABA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Box 1 Title">
            <a:extLst>
              <a:ext uri="{FF2B5EF4-FFF2-40B4-BE49-F238E27FC236}">
                <a16:creationId xmlns:a16="http://schemas.microsoft.com/office/drawing/2014/main" id="{4C3ED6A2-8E50-1B8A-8EEE-E506B35C95B8}"/>
              </a:ext>
            </a:extLst>
          </p:cNvPr>
          <p:cNvSpPr>
            <a:spLocks noGrp="1"/>
          </p:cNvSpPr>
          <p:nvPr>
            <p:ph type="body" sz="quarter" idx="22" hasCustomPrompt="1"/>
          </p:nvPr>
        </p:nvSpPr>
        <p:spPr>
          <a:xfrm>
            <a:off x="794930" y="3257721"/>
            <a:ext cx="3117816" cy="731520"/>
          </a:xfrm>
        </p:spPr>
        <p:txBody>
          <a:bodyPr>
            <a:normAutofit/>
          </a:bodyPr>
          <a:lstStyle>
            <a:lvl1pPr marL="0" indent="0">
              <a:lnSpc>
                <a:spcPct val="100000"/>
              </a:lnSpc>
              <a:buNone/>
              <a:defRPr sz="1800" b="1" i="0">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lvl="0"/>
            <a:r>
              <a:rPr lang="en-US" dirty="0"/>
              <a:t>Box 1 Title</a:t>
            </a:r>
          </a:p>
        </p:txBody>
      </p:sp>
      <p:sp>
        <p:nvSpPr>
          <p:cNvPr id="14" name="Box 1 Text">
            <a:extLst>
              <a:ext uri="{FF2B5EF4-FFF2-40B4-BE49-F238E27FC236}">
                <a16:creationId xmlns:a16="http://schemas.microsoft.com/office/drawing/2014/main" id="{90E8C865-EBA2-8C5A-8B9F-6917F6FF7821}"/>
              </a:ext>
            </a:extLst>
          </p:cNvPr>
          <p:cNvSpPr>
            <a:spLocks noGrp="1"/>
          </p:cNvSpPr>
          <p:nvPr>
            <p:ph type="body" sz="quarter" idx="21" hasCustomPrompt="1"/>
          </p:nvPr>
        </p:nvSpPr>
        <p:spPr>
          <a:xfrm>
            <a:off x="794930" y="4152871"/>
            <a:ext cx="3117816" cy="1696600"/>
          </a:xfrm>
        </p:spPr>
        <p:txBody>
          <a:bodyPr>
            <a:normAutofit/>
          </a:bodyPr>
          <a:lstStyle>
            <a:lvl1pPr marL="0" indent="0">
              <a:lnSpc>
                <a:spcPct val="100000"/>
              </a:lnSpc>
              <a:buNone/>
              <a:defRPr sz="14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Box 1 Text </a:t>
            </a:r>
          </a:p>
        </p:txBody>
      </p:sp>
      <p:sp>
        <p:nvSpPr>
          <p:cNvPr id="15" name="Box 2 Title">
            <a:extLst>
              <a:ext uri="{FF2B5EF4-FFF2-40B4-BE49-F238E27FC236}">
                <a16:creationId xmlns:a16="http://schemas.microsoft.com/office/drawing/2014/main" id="{D3235B48-4194-B5BB-47A6-AE4E2C58DF3B}"/>
              </a:ext>
            </a:extLst>
          </p:cNvPr>
          <p:cNvSpPr>
            <a:spLocks noGrp="1"/>
          </p:cNvSpPr>
          <p:nvPr>
            <p:ph type="body" sz="quarter" idx="24" hasCustomPrompt="1"/>
          </p:nvPr>
        </p:nvSpPr>
        <p:spPr>
          <a:xfrm>
            <a:off x="4564937" y="3257721"/>
            <a:ext cx="3117816" cy="731520"/>
          </a:xfrm>
        </p:spPr>
        <p:txBody>
          <a:bodyPr>
            <a:normAutofit/>
          </a:bodyPr>
          <a:lstStyle>
            <a:lvl1pPr marL="0" indent="0">
              <a:lnSpc>
                <a:spcPct val="100000"/>
              </a:lnSpc>
              <a:buNone/>
              <a:defRPr sz="1800" b="1" i="0">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lvl="0"/>
            <a:r>
              <a:rPr lang="en-US" dirty="0"/>
              <a:t>Box 2 Title</a:t>
            </a:r>
          </a:p>
        </p:txBody>
      </p:sp>
      <p:sp>
        <p:nvSpPr>
          <p:cNvPr id="16" name="Box 2 Text">
            <a:extLst>
              <a:ext uri="{FF2B5EF4-FFF2-40B4-BE49-F238E27FC236}">
                <a16:creationId xmlns:a16="http://schemas.microsoft.com/office/drawing/2014/main" id="{17987C81-FF76-04B9-6279-3E1BF579F141}"/>
              </a:ext>
            </a:extLst>
          </p:cNvPr>
          <p:cNvSpPr>
            <a:spLocks noGrp="1"/>
          </p:cNvSpPr>
          <p:nvPr>
            <p:ph type="body" sz="quarter" idx="23" hasCustomPrompt="1"/>
          </p:nvPr>
        </p:nvSpPr>
        <p:spPr>
          <a:xfrm>
            <a:off x="4564937" y="4152871"/>
            <a:ext cx="3117816" cy="1696600"/>
          </a:xfrm>
        </p:spPr>
        <p:txBody>
          <a:bodyPr>
            <a:normAutofit/>
          </a:bodyPr>
          <a:lstStyle>
            <a:lvl1pPr marL="0" indent="0">
              <a:lnSpc>
                <a:spcPct val="100000"/>
              </a:lnSpc>
              <a:buNone/>
              <a:defRPr sz="14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Box 2 Text</a:t>
            </a:r>
          </a:p>
        </p:txBody>
      </p:sp>
      <p:sp>
        <p:nvSpPr>
          <p:cNvPr id="17" name="Box 3 Title">
            <a:extLst>
              <a:ext uri="{FF2B5EF4-FFF2-40B4-BE49-F238E27FC236}">
                <a16:creationId xmlns:a16="http://schemas.microsoft.com/office/drawing/2014/main" id="{04981BFC-3150-F121-D67C-EE217C8CC74B}"/>
              </a:ext>
            </a:extLst>
          </p:cNvPr>
          <p:cNvSpPr>
            <a:spLocks noGrp="1"/>
          </p:cNvSpPr>
          <p:nvPr>
            <p:ph type="body" sz="quarter" idx="36" hasCustomPrompt="1"/>
          </p:nvPr>
        </p:nvSpPr>
        <p:spPr>
          <a:xfrm>
            <a:off x="8334944" y="3257721"/>
            <a:ext cx="3117816" cy="731520"/>
          </a:xfrm>
        </p:spPr>
        <p:txBody>
          <a:bodyPr>
            <a:normAutofit/>
          </a:bodyPr>
          <a:lstStyle>
            <a:lvl1pPr marL="0" indent="0">
              <a:lnSpc>
                <a:spcPct val="100000"/>
              </a:lnSpc>
              <a:buNone/>
              <a:defRPr sz="1800" b="1" i="0">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lvl="0"/>
            <a:r>
              <a:rPr lang="en-US" dirty="0"/>
              <a:t>Box 3 Title</a:t>
            </a:r>
          </a:p>
        </p:txBody>
      </p:sp>
      <p:sp>
        <p:nvSpPr>
          <p:cNvPr id="18" name="Box 3 Text">
            <a:extLst>
              <a:ext uri="{FF2B5EF4-FFF2-40B4-BE49-F238E27FC236}">
                <a16:creationId xmlns:a16="http://schemas.microsoft.com/office/drawing/2014/main" id="{4F0FC04A-5E26-C8E8-3AA2-5D2E6D2BD68D}"/>
              </a:ext>
            </a:extLst>
          </p:cNvPr>
          <p:cNvSpPr>
            <a:spLocks noGrp="1"/>
          </p:cNvSpPr>
          <p:nvPr>
            <p:ph type="body" sz="quarter" idx="35" hasCustomPrompt="1"/>
          </p:nvPr>
        </p:nvSpPr>
        <p:spPr>
          <a:xfrm>
            <a:off x="8334944" y="4152871"/>
            <a:ext cx="3117816" cy="1696600"/>
          </a:xfrm>
        </p:spPr>
        <p:txBody>
          <a:bodyPr>
            <a:normAutofit/>
          </a:bodyPr>
          <a:lstStyle>
            <a:lvl1pPr marL="0" indent="0">
              <a:lnSpc>
                <a:spcPct val="100000"/>
              </a:lnSpc>
              <a:buNone/>
              <a:defRPr sz="14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Box 3 Text</a:t>
            </a:r>
          </a:p>
        </p:txBody>
      </p:sp>
      <p:sp>
        <p:nvSpPr>
          <p:cNvPr id="2" name="Slide Subtitle">
            <a:extLst>
              <a:ext uri="{FF2B5EF4-FFF2-40B4-BE49-F238E27FC236}">
                <a16:creationId xmlns:a16="http://schemas.microsoft.com/office/drawing/2014/main" id="{15ED191E-95E5-F9AF-44EE-F68EED5553EA}"/>
              </a:ext>
            </a:extLst>
          </p:cNvPr>
          <p:cNvSpPr>
            <a:spLocks noGrp="1"/>
          </p:cNvSpPr>
          <p:nvPr>
            <p:ph type="body" sz="quarter" idx="30" hasCustomPrompt="1"/>
          </p:nvPr>
        </p:nvSpPr>
        <p:spPr>
          <a:xfrm>
            <a:off x="457200" y="685800"/>
            <a:ext cx="11274552" cy="758952"/>
          </a:xfrm>
        </p:spPr>
        <p:txBody>
          <a:bodyPr>
            <a:normAutofit/>
          </a:bodyPr>
          <a:lstStyle>
            <a:lvl1pPr marL="0" indent="0">
              <a:lnSpc>
                <a:spcPct val="100000"/>
              </a:lnSpc>
              <a:buNone/>
              <a:defRPr sz="1600" b="0" i="0">
                <a:solidFill>
                  <a:srgbClr val="53565A"/>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Slide Subtitle</a:t>
            </a:r>
          </a:p>
        </p:txBody>
      </p:sp>
      <p:sp>
        <p:nvSpPr>
          <p:cNvPr id="20" name="Slide Title">
            <a:extLst>
              <a:ext uri="{FF2B5EF4-FFF2-40B4-BE49-F238E27FC236}">
                <a16:creationId xmlns:a16="http://schemas.microsoft.com/office/drawing/2014/main" id="{A637DCD3-1F7F-DE71-DB7D-4D9363963180}"/>
              </a:ext>
            </a:extLst>
          </p:cNvPr>
          <p:cNvSpPr>
            <a:spLocks noGrp="1"/>
          </p:cNvSpPr>
          <p:nvPr>
            <p:ph type="body" sz="quarter" idx="10" hasCustomPrompt="1"/>
          </p:nvPr>
        </p:nvSpPr>
        <p:spPr>
          <a:xfrm>
            <a:off x="457200" y="347472"/>
            <a:ext cx="11274552" cy="338328"/>
          </a:xfrm>
        </p:spPr>
        <p:txBody>
          <a:bodyPr anchor="ctr">
            <a:normAutofit/>
          </a:bodyPr>
          <a:lstStyle>
            <a:lvl1pPr marL="0" indent="0">
              <a:lnSpc>
                <a:spcPct val="100000"/>
              </a:lnSpc>
              <a:buNone/>
              <a:defRPr sz="21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Slide Title</a:t>
            </a:r>
          </a:p>
        </p:txBody>
      </p:sp>
    </p:spTree>
    <p:extLst>
      <p:ext uri="{BB962C8B-B14F-4D97-AF65-F5344CB8AC3E}">
        <p14:creationId xmlns:p14="http://schemas.microsoft.com/office/powerpoint/2010/main" val="10743611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four_stage_journey_slide">
    <p:spTree>
      <p:nvGrpSpPr>
        <p:cNvPr id="1" name=""/>
        <p:cNvGrpSpPr/>
        <p:nvPr/>
      </p:nvGrpSpPr>
      <p:grpSpPr>
        <a:xfrm>
          <a:off x="0" y="0"/>
          <a:ext cx="0" cy="0"/>
          <a:chOff x="0" y="0"/>
          <a:chExt cx="0" cy="0"/>
        </a:xfrm>
      </p:grpSpPr>
      <p:sp>
        <p:nvSpPr>
          <p:cNvPr id="7" name="Freeform 4">
            <a:extLst>
              <a:ext uri="{FF2B5EF4-FFF2-40B4-BE49-F238E27FC236}">
                <a16:creationId xmlns:a16="http://schemas.microsoft.com/office/drawing/2014/main" id="{4507FFCB-192E-043D-34AE-8DC3708A2799}"/>
              </a:ext>
            </a:extLst>
          </p:cNvPr>
          <p:cNvSpPr/>
          <p:nvPr userDrawn="1"/>
        </p:nvSpPr>
        <p:spPr>
          <a:xfrm>
            <a:off x="641545" y="2314294"/>
            <a:ext cx="10964791" cy="1302557"/>
          </a:xfrm>
          <a:custGeom>
            <a:avLst/>
            <a:gdLst>
              <a:gd name="connsiteX0" fmla="*/ 0 w 8617527"/>
              <a:gd name="connsiteY0" fmla="*/ 651164 h 1191491"/>
              <a:gd name="connsiteX1" fmla="*/ 2673927 w 8617527"/>
              <a:gd name="connsiteY1" fmla="*/ 0 h 1191491"/>
              <a:gd name="connsiteX2" fmla="*/ 6483927 w 8617527"/>
              <a:gd name="connsiteY2" fmla="*/ 1191491 h 1191491"/>
              <a:gd name="connsiteX3" fmla="*/ 8617527 w 8617527"/>
              <a:gd name="connsiteY3" fmla="*/ 498764 h 1191491"/>
              <a:gd name="connsiteX0" fmla="*/ 0 w 8617527"/>
              <a:gd name="connsiteY0" fmla="*/ 661463 h 1201790"/>
              <a:gd name="connsiteX1" fmla="*/ 2673927 w 8617527"/>
              <a:gd name="connsiteY1" fmla="*/ 10299 h 1201790"/>
              <a:gd name="connsiteX2" fmla="*/ 6483927 w 8617527"/>
              <a:gd name="connsiteY2" fmla="*/ 1201790 h 1201790"/>
              <a:gd name="connsiteX3" fmla="*/ 8617527 w 8617527"/>
              <a:gd name="connsiteY3" fmla="*/ 509063 h 1201790"/>
              <a:gd name="connsiteX0" fmla="*/ 0 w 8617527"/>
              <a:gd name="connsiteY0" fmla="*/ 651245 h 1191572"/>
              <a:gd name="connsiteX1" fmla="*/ 2673927 w 8617527"/>
              <a:gd name="connsiteY1" fmla="*/ 81 h 1191572"/>
              <a:gd name="connsiteX2" fmla="*/ 6483927 w 8617527"/>
              <a:gd name="connsiteY2" fmla="*/ 1191572 h 1191572"/>
              <a:gd name="connsiteX3" fmla="*/ 8617527 w 8617527"/>
              <a:gd name="connsiteY3" fmla="*/ 498845 h 1191572"/>
              <a:gd name="connsiteX0" fmla="*/ 0 w 8617527"/>
              <a:gd name="connsiteY0" fmla="*/ 651245 h 1217033"/>
              <a:gd name="connsiteX1" fmla="*/ 2673927 w 8617527"/>
              <a:gd name="connsiteY1" fmla="*/ 81 h 1217033"/>
              <a:gd name="connsiteX2" fmla="*/ 6483927 w 8617527"/>
              <a:gd name="connsiteY2" fmla="*/ 1191572 h 1217033"/>
              <a:gd name="connsiteX3" fmla="*/ 8617527 w 8617527"/>
              <a:gd name="connsiteY3" fmla="*/ 498845 h 1217033"/>
              <a:gd name="connsiteX0" fmla="*/ 0 w 8617527"/>
              <a:gd name="connsiteY0" fmla="*/ 651245 h 1191898"/>
              <a:gd name="connsiteX1" fmla="*/ 2673927 w 8617527"/>
              <a:gd name="connsiteY1" fmla="*/ 81 h 1191898"/>
              <a:gd name="connsiteX2" fmla="*/ 6483927 w 8617527"/>
              <a:gd name="connsiteY2" fmla="*/ 1191572 h 1191898"/>
              <a:gd name="connsiteX3" fmla="*/ 8617527 w 8617527"/>
              <a:gd name="connsiteY3" fmla="*/ 498845 h 1191898"/>
              <a:gd name="connsiteX0" fmla="*/ 0 w 8617527"/>
              <a:gd name="connsiteY0" fmla="*/ 651245 h 1191625"/>
              <a:gd name="connsiteX1" fmla="*/ 2673927 w 8617527"/>
              <a:gd name="connsiteY1" fmla="*/ 81 h 1191625"/>
              <a:gd name="connsiteX2" fmla="*/ 6483927 w 8617527"/>
              <a:gd name="connsiteY2" fmla="*/ 1191572 h 1191625"/>
              <a:gd name="connsiteX3" fmla="*/ 8617527 w 8617527"/>
              <a:gd name="connsiteY3" fmla="*/ 498845 h 1191625"/>
              <a:gd name="connsiteX0" fmla="*/ 0 w 8617527"/>
              <a:gd name="connsiteY0" fmla="*/ 651245 h 1196985"/>
              <a:gd name="connsiteX1" fmla="*/ 2673927 w 8617527"/>
              <a:gd name="connsiteY1" fmla="*/ 81 h 1196985"/>
              <a:gd name="connsiteX2" fmla="*/ 6483927 w 8617527"/>
              <a:gd name="connsiteY2" fmla="*/ 1191572 h 1196985"/>
              <a:gd name="connsiteX3" fmla="*/ 8617527 w 8617527"/>
              <a:gd name="connsiteY3" fmla="*/ 415718 h 1196985"/>
              <a:gd name="connsiteX0" fmla="*/ 0 w 8617527"/>
              <a:gd name="connsiteY0" fmla="*/ 662395 h 1235629"/>
              <a:gd name="connsiteX1" fmla="*/ 2673927 w 8617527"/>
              <a:gd name="connsiteY1" fmla="*/ 11231 h 1235629"/>
              <a:gd name="connsiteX2" fmla="*/ 6276108 w 8617527"/>
              <a:gd name="connsiteY2" fmla="*/ 1230431 h 1235629"/>
              <a:gd name="connsiteX3" fmla="*/ 8617527 w 8617527"/>
              <a:gd name="connsiteY3" fmla="*/ 426868 h 1235629"/>
              <a:gd name="connsiteX0" fmla="*/ 0 w 8617527"/>
              <a:gd name="connsiteY0" fmla="*/ 662395 h 1230431"/>
              <a:gd name="connsiteX1" fmla="*/ 2673927 w 8617527"/>
              <a:gd name="connsiteY1" fmla="*/ 11231 h 1230431"/>
              <a:gd name="connsiteX2" fmla="*/ 6276108 w 8617527"/>
              <a:gd name="connsiteY2" fmla="*/ 1230431 h 1230431"/>
              <a:gd name="connsiteX3" fmla="*/ 8617527 w 8617527"/>
              <a:gd name="connsiteY3" fmla="*/ 426868 h 1230431"/>
              <a:gd name="connsiteX0" fmla="*/ 0 w 8645236"/>
              <a:gd name="connsiteY0" fmla="*/ 662395 h 1238608"/>
              <a:gd name="connsiteX1" fmla="*/ 2673927 w 8645236"/>
              <a:gd name="connsiteY1" fmla="*/ 11231 h 1238608"/>
              <a:gd name="connsiteX2" fmla="*/ 6276108 w 8645236"/>
              <a:gd name="connsiteY2" fmla="*/ 1230431 h 1238608"/>
              <a:gd name="connsiteX3" fmla="*/ 8645236 w 8645236"/>
              <a:gd name="connsiteY3" fmla="*/ 509995 h 1238608"/>
              <a:gd name="connsiteX0" fmla="*/ 0 w 8645236"/>
              <a:gd name="connsiteY0" fmla="*/ 662395 h 1238608"/>
              <a:gd name="connsiteX1" fmla="*/ 2673927 w 8645236"/>
              <a:gd name="connsiteY1" fmla="*/ 11231 h 1238608"/>
              <a:gd name="connsiteX2" fmla="*/ 6276108 w 8645236"/>
              <a:gd name="connsiteY2" fmla="*/ 1230431 h 1238608"/>
              <a:gd name="connsiteX3" fmla="*/ 8645236 w 8645236"/>
              <a:gd name="connsiteY3" fmla="*/ 509995 h 1238608"/>
              <a:gd name="connsiteX0" fmla="*/ 0 w 8645282"/>
              <a:gd name="connsiteY0" fmla="*/ 662395 h 1236431"/>
              <a:gd name="connsiteX1" fmla="*/ 2673927 w 8645282"/>
              <a:gd name="connsiteY1" fmla="*/ 11231 h 1236431"/>
              <a:gd name="connsiteX2" fmla="*/ 6276108 w 8645282"/>
              <a:gd name="connsiteY2" fmla="*/ 1230431 h 1236431"/>
              <a:gd name="connsiteX3" fmla="*/ 8645236 w 8645282"/>
              <a:gd name="connsiteY3" fmla="*/ 509995 h 1236431"/>
              <a:gd name="connsiteX0" fmla="*/ 0 w 8631428"/>
              <a:gd name="connsiteY0" fmla="*/ 662395 h 1234327"/>
              <a:gd name="connsiteX1" fmla="*/ 2673927 w 8631428"/>
              <a:gd name="connsiteY1" fmla="*/ 11231 h 1234327"/>
              <a:gd name="connsiteX2" fmla="*/ 6276108 w 8631428"/>
              <a:gd name="connsiteY2" fmla="*/ 1230431 h 1234327"/>
              <a:gd name="connsiteX3" fmla="*/ 8631382 w 8631428"/>
              <a:gd name="connsiteY3" fmla="*/ 426868 h 1234327"/>
              <a:gd name="connsiteX0" fmla="*/ 0 w 8617574"/>
              <a:gd name="connsiteY0" fmla="*/ 1081098 h 1223539"/>
              <a:gd name="connsiteX1" fmla="*/ 2660073 w 8617574"/>
              <a:gd name="connsiteY1" fmla="*/ 443 h 1223539"/>
              <a:gd name="connsiteX2" fmla="*/ 6262254 w 8617574"/>
              <a:gd name="connsiteY2" fmla="*/ 1219643 h 1223539"/>
              <a:gd name="connsiteX3" fmla="*/ 8617528 w 8617574"/>
              <a:gd name="connsiteY3" fmla="*/ 416080 h 1223539"/>
              <a:gd name="connsiteX0" fmla="*/ 0 w 8617574"/>
              <a:gd name="connsiteY0" fmla="*/ 1039556 h 1181296"/>
              <a:gd name="connsiteX1" fmla="*/ 2660073 w 8617574"/>
              <a:gd name="connsiteY1" fmla="*/ 465 h 1181296"/>
              <a:gd name="connsiteX2" fmla="*/ 6262254 w 8617574"/>
              <a:gd name="connsiteY2" fmla="*/ 1178101 h 1181296"/>
              <a:gd name="connsiteX3" fmla="*/ 8617528 w 8617574"/>
              <a:gd name="connsiteY3" fmla="*/ 374538 h 1181296"/>
              <a:gd name="connsiteX0" fmla="*/ 0 w 8617574"/>
              <a:gd name="connsiteY0" fmla="*/ 1039761 h 1181501"/>
              <a:gd name="connsiteX1" fmla="*/ 2660073 w 8617574"/>
              <a:gd name="connsiteY1" fmla="*/ 670 h 1181501"/>
              <a:gd name="connsiteX2" fmla="*/ 6262254 w 8617574"/>
              <a:gd name="connsiteY2" fmla="*/ 1178306 h 1181501"/>
              <a:gd name="connsiteX3" fmla="*/ 8617528 w 8617574"/>
              <a:gd name="connsiteY3" fmla="*/ 374743 h 1181501"/>
              <a:gd name="connsiteX0" fmla="*/ 0 w 8617574"/>
              <a:gd name="connsiteY0" fmla="*/ 1039761 h 1181501"/>
              <a:gd name="connsiteX1" fmla="*/ 2660073 w 8617574"/>
              <a:gd name="connsiteY1" fmla="*/ 670 h 1181501"/>
              <a:gd name="connsiteX2" fmla="*/ 6262254 w 8617574"/>
              <a:gd name="connsiteY2" fmla="*/ 1178306 h 1181501"/>
              <a:gd name="connsiteX3" fmla="*/ 8617528 w 8617574"/>
              <a:gd name="connsiteY3" fmla="*/ 374743 h 1181501"/>
              <a:gd name="connsiteX0" fmla="*/ 0 w 8603720"/>
              <a:gd name="connsiteY0" fmla="*/ 1039774 h 1185059"/>
              <a:gd name="connsiteX1" fmla="*/ 2660073 w 8603720"/>
              <a:gd name="connsiteY1" fmla="*/ 683 h 1185059"/>
              <a:gd name="connsiteX2" fmla="*/ 6262254 w 8603720"/>
              <a:gd name="connsiteY2" fmla="*/ 1178319 h 1185059"/>
              <a:gd name="connsiteX3" fmla="*/ 8603674 w 8603720"/>
              <a:gd name="connsiteY3" fmla="*/ 513302 h 1185059"/>
              <a:gd name="connsiteX0" fmla="*/ 0 w 8646540"/>
              <a:gd name="connsiteY0" fmla="*/ 1039774 h 1183120"/>
              <a:gd name="connsiteX1" fmla="*/ 2660073 w 8646540"/>
              <a:gd name="connsiteY1" fmla="*/ 683 h 1183120"/>
              <a:gd name="connsiteX2" fmla="*/ 6262254 w 8646540"/>
              <a:gd name="connsiteY2" fmla="*/ 1178319 h 1183120"/>
              <a:gd name="connsiteX3" fmla="*/ 8646495 w 8646540"/>
              <a:gd name="connsiteY3" fmla="*/ 185311 h 1183120"/>
              <a:gd name="connsiteX0" fmla="*/ 0 w 8646549"/>
              <a:gd name="connsiteY0" fmla="*/ 1039497 h 1182843"/>
              <a:gd name="connsiteX1" fmla="*/ 2660073 w 8646549"/>
              <a:gd name="connsiteY1" fmla="*/ 406 h 1182843"/>
              <a:gd name="connsiteX2" fmla="*/ 6497771 w 8646549"/>
              <a:gd name="connsiteY2" fmla="*/ 1178042 h 1182843"/>
              <a:gd name="connsiteX3" fmla="*/ 8646495 w 8646549"/>
              <a:gd name="connsiteY3" fmla="*/ 185034 h 1182843"/>
              <a:gd name="connsiteX0" fmla="*/ 0 w 8646550"/>
              <a:gd name="connsiteY0" fmla="*/ 1039497 h 1178042"/>
              <a:gd name="connsiteX1" fmla="*/ 2660073 w 8646550"/>
              <a:gd name="connsiteY1" fmla="*/ 406 h 1178042"/>
              <a:gd name="connsiteX2" fmla="*/ 6497771 w 8646550"/>
              <a:gd name="connsiteY2" fmla="*/ 1178042 h 1178042"/>
              <a:gd name="connsiteX3" fmla="*/ 8646495 w 8646550"/>
              <a:gd name="connsiteY3" fmla="*/ 185034 h 1178042"/>
              <a:gd name="connsiteX0" fmla="*/ 0 w 8646550"/>
              <a:gd name="connsiteY0" fmla="*/ 1039497 h 1178052"/>
              <a:gd name="connsiteX1" fmla="*/ 2660073 w 8646550"/>
              <a:gd name="connsiteY1" fmla="*/ 406 h 1178052"/>
              <a:gd name="connsiteX2" fmla="*/ 6497771 w 8646550"/>
              <a:gd name="connsiteY2" fmla="*/ 1178042 h 1178052"/>
              <a:gd name="connsiteX3" fmla="*/ 8646495 w 8646550"/>
              <a:gd name="connsiteY3" fmla="*/ 185034 h 1178052"/>
              <a:gd name="connsiteX0" fmla="*/ 0 w 8646549"/>
              <a:gd name="connsiteY0" fmla="*/ 1039093 h 1048441"/>
              <a:gd name="connsiteX1" fmla="*/ 2660073 w 8646549"/>
              <a:gd name="connsiteY1" fmla="*/ 2 h 1048441"/>
              <a:gd name="connsiteX2" fmla="*/ 6465655 w 8646549"/>
              <a:gd name="connsiteY2" fmla="*/ 1048430 h 1048441"/>
              <a:gd name="connsiteX3" fmla="*/ 8646495 w 8646549"/>
              <a:gd name="connsiteY3" fmla="*/ 184630 h 1048441"/>
            </a:gdLst>
            <a:ahLst/>
            <a:cxnLst>
              <a:cxn ang="0">
                <a:pos x="connsiteX0" y="connsiteY0"/>
              </a:cxn>
              <a:cxn ang="0">
                <a:pos x="connsiteX1" y="connsiteY1"/>
              </a:cxn>
              <a:cxn ang="0">
                <a:pos x="connsiteX2" y="connsiteY2"/>
              </a:cxn>
              <a:cxn ang="0">
                <a:pos x="connsiteX3" y="connsiteY3"/>
              </a:cxn>
            </a:cxnLst>
            <a:rect l="l" t="t" r="r" b="b"/>
            <a:pathLst>
              <a:path w="8646549" h="1048441">
                <a:moveTo>
                  <a:pt x="0" y="1039093"/>
                </a:moveTo>
                <a:cubicBezTo>
                  <a:pt x="18473" y="946729"/>
                  <a:pt x="1582464" y="-1554"/>
                  <a:pt x="2660073" y="2"/>
                </a:cubicBezTo>
                <a:cubicBezTo>
                  <a:pt x="3737682" y="1558"/>
                  <a:pt x="5442940" y="1052446"/>
                  <a:pt x="6465655" y="1048430"/>
                </a:cubicBezTo>
                <a:cubicBezTo>
                  <a:pt x="7488370" y="1044414"/>
                  <a:pt x="8655731" y="180011"/>
                  <a:pt x="8646495" y="184630"/>
                </a:cubicBezTo>
              </a:path>
            </a:pathLst>
          </a:custGeom>
          <a:noFill/>
          <a:ln w="19050" cap="flat">
            <a:solidFill>
              <a:srgbClr val="62AE41"/>
            </a:solidFill>
            <a:prstDash val="sysDash"/>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ea typeface="+mn-ea"/>
              <a:cs typeface="+mn-cs"/>
            </a:endParaRPr>
          </a:p>
        </p:txBody>
      </p:sp>
      <p:sp>
        <p:nvSpPr>
          <p:cNvPr id="9" name="Stage 1 Icon">
            <a:extLst>
              <a:ext uri="{FF2B5EF4-FFF2-40B4-BE49-F238E27FC236}">
                <a16:creationId xmlns:a16="http://schemas.microsoft.com/office/drawing/2014/main" id="{D48F3EBD-A571-2108-C43B-02F2E3635432}"/>
              </a:ext>
            </a:extLst>
          </p:cNvPr>
          <p:cNvSpPr>
            <a:spLocks noGrp="1" noChangeAspect="1"/>
          </p:cNvSpPr>
          <p:nvPr>
            <p:ph type="pic" sz="quarter" idx="36" hasCustomPrompt="1"/>
          </p:nvPr>
        </p:nvSpPr>
        <p:spPr>
          <a:xfrm>
            <a:off x="601800" y="2982178"/>
            <a:ext cx="685800" cy="685800"/>
          </a:xfrm>
          <a:prstGeom prst="rect">
            <a:avLst/>
          </a:prstGeom>
        </p:spPr>
        <p:txBody>
          <a:bodyPr/>
          <a:lstStyle>
            <a:lvl1pPr marL="0" indent="0">
              <a:buNone/>
              <a:defRPr sz="800"/>
            </a:lvl1pPr>
          </a:lstStyle>
          <a:p>
            <a:r>
              <a:rPr lang="en-US" dirty="0"/>
              <a:t>{{ </a:t>
            </a:r>
            <a:r>
              <a:rPr lang="en-US" dirty="0" err="1"/>
              <a:t>dynamic_icon_placeholder</a:t>
            </a:r>
            <a:r>
              <a:rPr lang="en-US" dirty="0"/>
              <a:t> }} Stage 1</a:t>
            </a:r>
          </a:p>
        </p:txBody>
      </p:sp>
      <p:sp>
        <p:nvSpPr>
          <p:cNvPr id="11" name="Stage 2 icon">
            <a:extLst>
              <a:ext uri="{FF2B5EF4-FFF2-40B4-BE49-F238E27FC236}">
                <a16:creationId xmlns:a16="http://schemas.microsoft.com/office/drawing/2014/main" id="{DE64D4F7-811D-6899-09EE-3F35B80AA8AB}"/>
              </a:ext>
            </a:extLst>
          </p:cNvPr>
          <p:cNvSpPr>
            <a:spLocks noGrp="1" noChangeAspect="1"/>
          </p:cNvSpPr>
          <p:nvPr>
            <p:ph type="pic" sz="quarter" idx="55" hasCustomPrompt="1"/>
          </p:nvPr>
        </p:nvSpPr>
        <p:spPr>
          <a:xfrm>
            <a:off x="3543783" y="2055992"/>
            <a:ext cx="685800" cy="685800"/>
          </a:xfrm>
          <a:prstGeom prst="rect">
            <a:avLst/>
          </a:prstGeom>
        </p:spPr>
        <p:txBody>
          <a:bodyPr/>
          <a:lstStyle>
            <a:lvl1pPr marL="0" indent="0">
              <a:buNone/>
              <a:defRPr sz="800"/>
            </a:lvl1pPr>
          </a:lstStyle>
          <a:p>
            <a:r>
              <a:rPr lang="en-US" dirty="0"/>
              <a:t>{{ </a:t>
            </a:r>
            <a:r>
              <a:rPr lang="en-US" dirty="0" err="1"/>
              <a:t>dynamic_icon_placeholder</a:t>
            </a:r>
            <a:r>
              <a:rPr lang="en-US" dirty="0"/>
              <a:t> }} Stage 2</a:t>
            </a:r>
          </a:p>
        </p:txBody>
      </p:sp>
      <p:sp>
        <p:nvSpPr>
          <p:cNvPr id="13" name="Stage 3 Icon">
            <a:extLst>
              <a:ext uri="{FF2B5EF4-FFF2-40B4-BE49-F238E27FC236}">
                <a16:creationId xmlns:a16="http://schemas.microsoft.com/office/drawing/2014/main" id="{AFD8BE61-0E67-4519-8F5D-769ED5AD073B}"/>
              </a:ext>
            </a:extLst>
          </p:cNvPr>
          <p:cNvSpPr>
            <a:spLocks noGrp="1" noChangeAspect="1"/>
          </p:cNvSpPr>
          <p:nvPr>
            <p:ph type="pic" sz="quarter" idx="56" hasCustomPrompt="1"/>
          </p:nvPr>
        </p:nvSpPr>
        <p:spPr>
          <a:xfrm>
            <a:off x="6485766" y="2743639"/>
            <a:ext cx="685800" cy="685800"/>
          </a:xfrm>
          <a:prstGeom prst="rect">
            <a:avLst/>
          </a:prstGeom>
        </p:spPr>
        <p:txBody>
          <a:bodyPr/>
          <a:lstStyle>
            <a:lvl1pPr marL="0" indent="0">
              <a:buNone/>
              <a:defRPr sz="800"/>
            </a:lvl1pPr>
          </a:lstStyle>
          <a:p>
            <a:r>
              <a:rPr lang="en-US" dirty="0"/>
              <a:t>{{ </a:t>
            </a:r>
            <a:r>
              <a:rPr lang="en-US" dirty="0" err="1"/>
              <a:t>dynamic_icon_placeholder</a:t>
            </a:r>
            <a:r>
              <a:rPr lang="en-US" dirty="0"/>
              <a:t> }} Stage 3</a:t>
            </a:r>
          </a:p>
        </p:txBody>
      </p:sp>
      <p:sp>
        <p:nvSpPr>
          <p:cNvPr id="15" name="Stage 4 icon">
            <a:extLst>
              <a:ext uri="{FF2B5EF4-FFF2-40B4-BE49-F238E27FC236}">
                <a16:creationId xmlns:a16="http://schemas.microsoft.com/office/drawing/2014/main" id="{C10A3034-8B81-73C3-7DCC-CEF750ECCB31}"/>
              </a:ext>
            </a:extLst>
          </p:cNvPr>
          <p:cNvSpPr>
            <a:spLocks noGrp="1" noChangeAspect="1"/>
          </p:cNvSpPr>
          <p:nvPr>
            <p:ph type="pic" sz="quarter" idx="57" hasCustomPrompt="1"/>
          </p:nvPr>
        </p:nvSpPr>
        <p:spPr>
          <a:xfrm>
            <a:off x="9457566" y="3041813"/>
            <a:ext cx="685800" cy="685800"/>
          </a:xfrm>
          <a:prstGeom prst="rect">
            <a:avLst/>
          </a:prstGeom>
        </p:spPr>
        <p:txBody>
          <a:bodyPr/>
          <a:lstStyle>
            <a:lvl1pPr marL="0" indent="0">
              <a:buNone/>
              <a:defRPr sz="800"/>
            </a:lvl1pPr>
          </a:lstStyle>
          <a:p>
            <a:r>
              <a:rPr lang="en-US" dirty="0"/>
              <a:t>{{ </a:t>
            </a:r>
            <a:r>
              <a:rPr lang="en-US" dirty="0" err="1"/>
              <a:t>dynamic_icon_placeholder</a:t>
            </a:r>
            <a:r>
              <a:rPr lang="en-US" dirty="0"/>
              <a:t> }} Stage 4</a:t>
            </a:r>
          </a:p>
        </p:txBody>
      </p:sp>
      <p:sp>
        <p:nvSpPr>
          <p:cNvPr id="16" name="Stage 1 Title">
            <a:extLst>
              <a:ext uri="{FF2B5EF4-FFF2-40B4-BE49-F238E27FC236}">
                <a16:creationId xmlns:a16="http://schemas.microsoft.com/office/drawing/2014/main" id="{2D6AD7EC-7DB7-FB00-A6F6-72698D3DC3D9}"/>
              </a:ext>
            </a:extLst>
          </p:cNvPr>
          <p:cNvSpPr>
            <a:spLocks noGrp="1"/>
          </p:cNvSpPr>
          <p:nvPr>
            <p:ph type="body" sz="quarter" idx="22" hasCustomPrompt="1"/>
          </p:nvPr>
        </p:nvSpPr>
        <p:spPr>
          <a:xfrm>
            <a:off x="527144" y="3865706"/>
            <a:ext cx="2377440" cy="347472"/>
          </a:xfrm>
        </p:spPr>
        <p:txBody>
          <a:bodyPr anchor="ctr">
            <a:normAutofit/>
          </a:bodyPr>
          <a:lstStyle>
            <a:lvl1pPr marL="0" indent="0" algn="l">
              <a:lnSpc>
                <a:spcPct val="100000"/>
              </a:lnSpc>
              <a:buNone/>
              <a:defRPr sz="1300" b="1" i="0">
                <a:solidFill>
                  <a:srgbClr val="62AE41"/>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lvl="0"/>
            <a:r>
              <a:rPr lang="en-US" dirty="0"/>
              <a:t>Stage 1 Title</a:t>
            </a:r>
          </a:p>
        </p:txBody>
      </p:sp>
      <p:sp>
        <p:nvSpPr>
          <p:cNvPr id="17" name="Stage 1 Text">
            <a:extLst>
              <a:ext uri="{FF2B5EF4-FFF2-40B4-BE49-F238E27FC236}">
                <a16:creationId xmlns:a16="http://schemas.microsoft.com/office/drawing/2014/main" id="{7F3E1DAC-7E2C-35DC-D44B-A89F2ABFD0B8}"/>
              </a:ext>
            </a:extLst>
          </p:cNvPr>
          <p:cNvSpPr>
            <a:spLocks noGrp="1"/>
          </p:cNvSpPr>
          <p:nvPr>
            <p:ph type="body" sz="quarter" idx="21" hasCustomPrompt="1"/>
          </p:nvPr>
        </p:nvSpPr>
        <p:spPr>
          <a:xfrm>
            <a:off x="527144" y="4230671"/>
            <a:ext cx="2377440" cy="1392052"/>
          </a:xfrm>
        </p:spPr>
        <p:txBody>
          <a:bodyPr>
            <a:normAutofit/>
          </a:bodyPr>
          <a:lstStyle>
            <a:lvl1pPr marL="0" indent="0" algn="l">
              <a:lnSpc>
                <a:spcPct val="100000"/>
              </a:lnSpc>
              <a:buFont typeface="Arial" panose="020B0604020202020204" pitchFamily="34" charset="0"/>
              <a:buNone/>
              <a:defRPr sz="1100" b="0" i="0">
                <a:latin typeface="Open Sans Light" pitchFamily="2" charset="0"/>
                <a:ea typeface="Open Sans Light" pitchFamily="2" charset="0"/>
                <a:cs typeface="Open Sans Light" pitchFamily="2" charset="0"/>
              </a:defRPr>
            </a:lvl1pPr>
            <a:lvl5pPr marL="1828800" indent="0">
              <a:buNone/>
              <a:defRPr/>
            </a:lvl5pPr>
          </a:lstStyle>
          <a:p>
            <a:pPr lvl="0"/>
            <a:r>
              <a:rPr lang="en-US" dirty="0"/>
              <a:t>Stage 1 Text</a:t>
            </a:r>
          </a:p>
        </p:txBody>
      </p:sp>
      <p:sp>
        <p:nvSpPr>
          <p:cNvPr id="18" name="Stage 2 Title">
            <a:extLst>
              <a:ext uri="{FF2B5EF4-FFF2-40B4-BE49-F238E27FC236}">
                <a16:creationId xmlns:a16="http://schemas.microsoft.com/office/drawing/2014/main" id="{22AF1C77-BD34-B3A4-2549-E2885B5A7E6C}"/>
              </a:ext>
            </a:extLst>
          </p:cNvPr>
          <p:cNvSpPr>
            <a:spLocks noGrp="1"/>
          </p:cNvSpPr>
          <p:nvPr>
            <p:ph type="body" sz="quarter" idx="24" hasCustomPrompt="1"/>
          </p:nvPr>
        </p:nvSpPr>
        <p:spPr>
          <a:xfrm>
            <a:off x="3448644" y="2937387"/>
            <a:ext cx="2377440" cy="347472"/>
          </a:xfrm>
        </p:spPr>
        <p:txBody>
          <a:bodyPr anchor="ct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1" i="0">
                <a:solidFill>
                  <a:srgbClr val="62AE41"/>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Stage 2 Title</a:t>
            </a:r>
          </a:p>
        </p:txBody>
      </p:sp>
      <p:sp>
        <p:nvSpPr>
          <p:cNvPr id="19" name="Stage 2 Text">
            <a:extLst>
              <a:ext uri="{FF2B5EF4-FFF2-40B4-BE49-F238E27FC236}">
                <a16:creationId xmlns:a16="http://schemas.microsoft.com/office/drawing/2014/main" id="{CB4A6D39-4660-F18C-EEA9-9F1DE6001DDB}"/>
              </a:ext>
            </a:extLst>
          </p:cNvPr>
          <p:cNvSpPr>
            <a:spLocks noGrp="1"/>
          </p:cNvSpPr>
          <p:nvPr>
            <p:ph type="body" sz="quarter" idx="23" hasCustomPrompt="1"/>
          </p:nvPr>
        </p:nvSpPr>
        <p:spPr>
          <a:xfrm>
            <a:off x="3449613" y="3291602"/>
            <a:ext cx="2377440" cy="1387478"/>
          </a:xfr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100" b="0" i="0">
                <a:latin typeface="Open Sans Light" pitchFamily="2" charset="0"/>
                <a:ea typeface="Open Sans Light" pitchFamily="2" charset="0"/>
                <a:cs typeface="Open Sans Light" pitchFamily="2"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Stage 2 Text</a:t>
            </a:r>
          </a:p>
        </p:txBody>
      </p:sp>
      <p:sp>
        <p:nvSpPr>
          <p:cNvPr id="20" name="Stage 3 Title">
            <a:extLst>
              <a:ext uri="{FF2B5EF4-FFF2-40B4-BE49-F238E27FC236}">
                <a16:creationId xmlns:a16="http://schemas.microsoft.com/office/drawing/2014/main" id="{26B76A1A-E087-F54E-AB9B-52E3C57D9D81}"/>
              </a:ext>
            </a:extLst>
          </p:cNvPr>
          <p:cNvSpPr>
            <a:spLocks noGrp="1"/>
          </p:cNvSpPr>
          <p:nvPr>
            <p:ph type="body" sz="quarter" idx="30" hasCustomPrompt="1"/>
          </p:nvPr>
        </p:nvSpPr>
        <p:spPr>
          <a:xfrm>
            <a:off x="6362654" y="3690219"/>
            <a:ext cx="2377440" cy="347472"/>
          </a:xfrm>
        </p:spPr>
        <p:txBody>
          <a:bodyPr anchor="ct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1" i="0">
                <a:solidFill>
                  <a:srgbClr val="62AE41"/>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Stage 3 Title</a:t>
            </a:r>
          </a:p>
        </p:txBody>
      </p:sp>
      <p:sp>
        <p:nvSpPr>
          <p:cNvPr id="21" name="Stage 3 Text">
            <a:extLst>
              <a:ext uri="{FF2B5EF4-FFF2-40B4-BE49-F238E27FC236}">
                <a16:creationId xmlns:a16="http://schemas.microsoft.com/office/drawing/2014/main" id="{BD736697-2E6D-ED29-1E02-4F170A9C9640}"/>
              </a:ext>
            </a:extLst>
          </p:cNvPr>
          <p:cNvSpPr>
            <a:spLocks noGrp="1"/>
          </p:cNvSpPr>
          <p:nvPr>
            <p:ph type="body" sz="quarter" idx="28" hasCustomPrompt="1"/>
          </p:nvPr>
        </p:nvSpPr>
        <p:spPr>
          <a:xfrm>
            <a:off x="6362655" y="4052798"/>
            <a:ext cx="2377440" cy="1387478"/>
          </a:xfr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100" b="0" i="0">
                <a:latin typeface="Open Sans Light" pitchFamily="2" charset="0"/>
                <a:ea typeface="Open Sans Light" pitchFamily="2" charset="0"/>
                <a:cs typeface="Open Sans Light" pitchFamily="2"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Stage 3 Text</a:t>
            </a:r>
          </a:p>
        </p:txBody>
      </p:sp>
      <p:sp>
        <p:nvSpPr>
          <p:cNvPr id="22" name="Stage 4 Title">
            <a:extLst>
              <a:ext uri="{FF2B5EF4-FFF2-40B4-BE49-F238E27FC236}">
                <a16:creationId xmlns:a16="http://schemas.microsoft.com/office/drawing/2014/main" id="{44300E46-3CFF-6449-22FB-7A5EC72B29C5}"/>
              </a:ext>
            </a:extLst>
          </p:cNvPr>
          <p:cNvSpPr>
            <a:spLocks noGrp="1"/>
          </p:cNvSpPr>
          <p:nvPr>
            <p:ph type="body" sz="quarter" idx="27" hasCustomPrompt="1"/>
          </p:nvPr>
        </p:nvSpPr>
        <p:spPr>
          <a:xfrm>
            <a:off x="9275696" y="3969403"/>
            <a:ext cx="2377440" cy="347472"/>
          </a:xfrm>
        </p:spPr>
        <p:txBody>
          <a:bodyPr anchor="ct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1" i="0">
                <a:solidFill>
                  <a:srgbClr val="62AE41"/>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Stage 4 Title</a:t>
            </a:r>
          </a:p>
        </p:txBody>
      </p:sp>
      <p:sp>
        <p:nvSpPr>
          <p:cNvPr id="23" name="Stage 4 Text">
            <a:extLst>
              <a:ext uri="{FF2B5EF4-FFF2-40B4-BE49-F238E27FC236}">
                <a16:creationId xmlns:a16="http://schemas.microsoft.com/office/drawing/2014/main" id="{CE5A2175-EE63-9C31-3598-7EC0B9D07844}"/>
              </a:ext>
            </a:extLst>
          </p:cNvPr>
          <p:cNvSpPr>
            <a:spLocks noGrp="1"/>
          </p:cNvSpPr>
          <p:nvPr>
            <p:ph type="body" sz="quarter" idx="31" hasCustomPrompt="1"/>
          </p:nvPr>
        </p:nvSpPr>
        <p:spPr>
          <a:xfrm>
            <a:off x="9275696" y="4331982"/>
            <a:ext cx="2377440" cy="1387478"/>
          </a:xfr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100" b="0" i="0">
                <a:latin typeface="Open Sans Light" pitchFamily="2" charset="0"/>
                <a:ea typeface="Open Sans Light" pitchFamily="2" charset="0"/>
                <a:cs typeface="Open Sans Light" pitchFamily="2"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Stage 4 Text</a:t>
            </a:r>
          </a:p>
        </p:txBody>
      </p:sp>
      <p:sp>
        <p:nvSpPr>
          <p:cNvPr id="24" name="Summary statement">
            <a:extLst>
              <a:ext uri="{FF2B5EF4-FFF2-40B4-BE49-F238E27FC236}">
                <a16:creationId xmlns:a16="http://schemas.microsoft.com/office/drawing/2014/main" id="{6B7CFD5F-51E2-84C2-B761-18EB6B85DDFD}"/>
              </a:ext>
            </a:extLst>
          </p:cNvPr>
          <p:cNvSpPr>
            <a:spLocks noGrp="1"/>
          </p:cNvSpPr>
          <p:nvPr>
            <p:ph type="body" sz="quarter" idx="54" hasCustomPrompt="1"/>
          </p:nvPr>
        </p:nvSpPr>
        <p:spPr>
          <a:xfrm>
            <a:off x="527144" y="5891133"/>
            <a:ext cx="11125992" cy="611187"/>
          </a:xfrm>
          <a:noFill/>
          <a:ln>
            <a:solidFill>
              <a:srgbClr val="BBBCBC"/>
            </a:solidFill>
          </a:ln>
        </p:spPr>
        <p:txBody>
          <a:bodyPr anchor="ctr"/>
          <a:lstStyle>
            <a:lvl1pPr marL="0" indent="0" algn="ctr">
              <a:buNone/>
              <a:defRPr sz="1400"/>
            </a:lvl1pPr>
          </a:lstStyle>
          <a:p>
            <a:pPr lvl="0"/>
            <a:r>
              <a:rPr lang="en-US" dirty="0"/>
              <a:t>Summary statement</a:t>
            </a:r>
          </a:p>
        </p:txBody>
      </p:sp>
      <p:sp>
        <p:nvSpPr>
          <p:cNvPr id="2" name="Slide Subtitle">
            <a:extLst>
              <a:ext uri="{FF2B5EF4-FFF2-40B4-BE49-F238E27FC236}">
                <a16:creationId xmlns:a16="http://schemas.microsoft.com/office/drawing/2014/main" id="{2E8DA2FA-8942-7A23-2270-5EF152A47E7C}"/>
              </a:ext>
            </a:extLst>
          </p:cNvPr>
          <p:cNvSpPr>
            <a:spLocks noGrp="1"/>
          </p:cNvSpPr>
          <p:nvPr>
            <p:ph type="body" sz="quarter" idx="58" hasCustomPrompt="1"/>
          </p:nvPr>
        </p:nvSpPr>
        <p:spPr>
          <a:xfrm>
            <a:off x="457200" y="685800"/>
            <a:ext cx="11274552" cy="758952"/>
          </a:xfrm>
        </p:spPr>
        <p:txBody>
          <a:bodyPr>
            <a:normAutofit/>
          </a:bodyPr>
          <a:lstStyle>
            <a:lvl1pPr marL="0" indent="0">
              <a:lnSpc>
                <a:spcPct val="100000"/>
              </a:lnSpc>
              <a:buNone/>
              <a:defRPr sz="1600" b="0" i="0">
                <a:solidFill>
                  <a:srgbClr val="53565A"/>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Slide Subtitle</a:t>
            </a:r>
          </a:p>
        </p:txBody>
      </p:sp>
      <p:sp>
        <p:nvSpPr>
          <p:cNvPr id="26" name="Slide Title">
            <a:extLst>
              <a:ext uri="{FF2B5EF4-FFF2-40B4-BE49-F238E27FC236}">
                <a16:creationId xmlns:a16="http://schemas.microsoft.com/office/drawing/2014/main" id="{3D19D8B0-1112-06A6-B01F-8655E7CA1BEB}"/>
              </a:ext>
            </a:extLst>
          </p:cNvPr>
          <p:cNvSpPr>
            <a:spLocks noGrp="1"/>
          </p:cNvSpPr>
          <p:nvPr>
            <p:ph type="body" sz="quarter" idx="10" hasCustomPrompt="1"/>
          </p:nvPr>
        </p:nvSpPr>
        <p:spPr>
          <a:xfrm>
            <a:off x="457200" y="347472"/>
            <a:ext cx="11274552" cy="338328"/>
          </a:xfrm>
        </p:spPr>
        <p:txBody>
          <a:bodyPr anchor="ctr">
            <a:normAutofit/>
          </a:bodyPr>
          <a:lstStyle>
            <a:lvl1pPr marL="0" indent="0">
              <a:lnSpc>
                <a:spcPct val="100000"/>
              </a:lnSpc>
              <a:buNone/>
              <a:defRPr sz="21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Slide Title</a:t>
            </a:r>
          </a:p>
        </p:txBody>
      </p:sp>
    </p:spTree>
    <p:extLst>
      <p:ext uri="{BB962C8B-B14F-4D97-AF65-F5344CB8AC3E}">
        <p14:creationId xmlns:p14="http://schemas.microsoft.com/office/powerpoint/2010/main" val="14072342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am_bios_four_slide">
    <p:spTree>
      <p:nvGrpSpPr>
        <p:cNvPr id="1" name=""/>
        <p:cNvGrpSpPr/>
        <p:nvPr/>
      </p:nvGrpSpPr>
      <p:grpSpPr>
        <a:xfrm>
          <a:off x="0" y="0"/>
          <a:ext cx="0" cy="0"/>
          <a:chOff x="0" y="0"/>
          <a:chExt cx="0" cy="0"/>
        </a:xfrm>
      </p:grpSpPr>
      <p:sp>
        <p:nvSpPr>
          <p:cNvPr id="11" name="Full Name 1">
            <a:extLst>
              <a:ext uri="{FF2B5EF4-FFF2-40B4-BE49-F238E27FC236}">
                <a16:creationId xmlns:a16="http://schemas.microsoft.com/office/drawing/2014/main" id="{F9F6376B-1C8D-95C0-8CFF-89D2BFE866BE}"/>
              </a:ext>
            </a:extLst>
          </p:cNvPr>
          <p:cNvSpPr>
            <a:spLocks noGrp="1"/>
          </p:cNvSpPr>
          <p:nvPr>
            <p:ph type="body" sz="quarter" idx="22" hasCustomPrompt="1"/>
          </p:nvPr>
        </p:nvSpPr>
        <p:spPr>
          <a:xfrm>
            <a:off x="536571" y="3191843"/>
            <a:ext cx="2377440" cy="347472"/>
          </a:xfrm>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b="1" i="0">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Full Name 1</a:t>
            </a:r>
          </a:p>
        </p:txBody>
      </p:sp>
      <p:sp>
        <p:nvSpPr>
          <p:cNvPr id="12" name="Role 1">
            <a:extLst>
              <a:ext uri="{FF2B5EF4-FFF2-40B4-BE49-F238E27FC236}">
                <a16:creationId xmlns:a16="http://schemas.microsoft.com/office/drawing/2014/main" id="{FC8A112F-1ED4-FC74-73F2-7449F8CC99CF}"/>
              </a:ext>
            </a:extLst>
          </p:cNvPr>
          <p:cNvSpPr>
            <a:spLocks noGrp="1"/>
          </p:cNvSpPr>
          <p:nvPr>
            <p:ph type="body" sz="quarter" idx="25" hasCustomPrompt="1"/>
          </p:nvPr>
        </p:nvSpPr>
        <p:spPr>
          <a:xfrm>
            <a:off x="536571" y="3552153"/>
            <a:ext cx="2377440" cy="347472"/>
          </a:xfrm>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400" b="0" i="0">
                <a:solidFill>
                  <a:srgbClr val="747474"/>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Role 1</a:t>
            </a:r>
          </a:p>
        </p:txBody>
      </p:sp>
      <p:sp>
        <p:nvSpPr>
          <p:cNvPr id="13" name="Bio 1">
            <a:extLst>
              <a:ext uri="{FF2B5EF4-FFF2-40B4-BE49-F238E27FC236}">
                <a16:creationId xmlns:a16="http://schemas.microsoft.com/office/drawing/2014/main" id="{143525DF-DCDA-E15F-AFE9-21942B321131}"/>
              </a:ext>
            </a:extLst>
          </p:cNvPr>
          <p:cNvSpPr>
            <a:spLocks noGrp="1"/>
          </p:cNvSpPr>
          <p:nvPr>
            <p:ph type="body" sz="quarter" idx="21" hasCustomPrompt="1"/>
          </p:nvPr>
        </p:nvSpPr>
        <p:spPr>
          <a:xfrm>
            <a:off x="536571" y="3906155"/>
            <a:ext cx="2377440" cy="2330605"/>
          </a:xfrm>
        </p:spPr>
        <p:txBody>
          <a:bodyPr>
            <a:normAutofit/>
          </a:bodyPr>
          <a:lstStyle>
            <a:lvl1pPr marL="0" marR="0" indent="0" algn="ctr" defTabSz="914400" rtl="0" eaLnBrk="1" fontAlgn="auto" latinLnBrk="0" hangingPunct="1">
              <a:lnSpc>
                <a:spcPts val="1800"/>
              </a:lnSpc>
              <a:spcBef>
                <a:spcPts val="1000"/>
              </a:spcBef>
              <a:spcAft>
                <a:spcPts val="0"/>
              </a:spcAft>
              <a:buClrTx/>
              <a:buSzTx/>
              <a:buFont typeface="Arial" panose="020B0604020202020204" pitchFamily="34" charset="0"/>
              <a:buNone/>
              <a:tabLst/>
              <a:defRPr sz="14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Bio 1</a:t>
            </a:r>
          </a:p>
        </p:txBody>
      </p:sp>
      <p:sp>
        <p:nvSpPr>
          <p:cNvPr id="14" name="Full Name 2">
            <a:extLst>
              <a:ext uri="{FF2B5EF4-FFF2-40B4-BE49-F238E27FC236}">
                <a16:creationId xmlns:a16="http://schemas.microsoft.com/office/drawing/2014/main" id="{46B63A9D-15A7-DEF7-086A-407129275802}"/>
              </a:ext>
            </a:extLst>
          </p:cNvPr>
          <p:cNvSpPr>
            <a:spLocks noGrp="1"/>
          </p:cNvSpPr>
          <p:nvPr>
            <p:ph type="body" sz="quarter" idx="24" hasCustomPrompt="1"/>
          </p:nvPr>
        </p:nvSpPr>
        <p:spPr>
          <a:xfrm>
            <a:off x="3453436" y="3191843"/>
            <a:ext cx="2377440" cy="347472"/>
          </a:xfrm>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b="1" i="0">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Full Name 2</a:t>
            </a:r>
          </a:p>
        </p:txBody>
      </p:sp>
      <p:sp>
        <p:nvSpPr>
          <p:cNvPr id="15" name="Role 2">
            <a:extLst>
              <a:ext uri="{FF2B5EF4-FFF2-40B4-BE49-F238E27FC236}">
                <a16:creationId xmlns:a16="http://schemas.microsoft.com/office/drawing/2014/main" id="{24B0B83E-D40C-0F3F-6769-965C5BC405C7}"/>
              </a:ext>
            </a:extLst>
          </p:cNvPr>
          <p:cNvSpPr>
            <a:spLocks noGrp="1"/>
          </p:cNvSpPr>
          <p:nvPr>
            <p:ph type="body" sz="quarter" idx="26" hasCustomPrompt="1"/>
          </p:nvPr>
        </p:nvSpPr>
        <p:spPr>
          <a:xfrm>
            <a:off x="3461898" y="3552153"/>
            <a:ext cx="2377440" cy="347472"/>
          </a:xfrm>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400" b="0" i="0">
                <a:solidFill>
                  <a:srgbClr val="747474"/>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Role 2</a:t>
            </a:r>
          </a:p>
        </p:txBody>
      </p:sp>
      <p:sp>
        <p:nvSpPr>
          <p:cNvPr id="16" name="Bio 2">
            <a:extLst>
              <a:ext uri="{FF2B5EF4-FFF2-40B4-BE49-F238E27FC236}">
                <a16:creationId xmlns:a16="http://schemas.microsoft.com/office/drawing/2014/main" id="{BC2CB0FF-912B-7416-4AAA-5A654C024771}"/>
              </a:ext>
            </a:extLst>
          </p:cNvPr>
          <p:cNvSpPr>
            <a:spLocks noGrp="1"/>
          </p:cNvSpPr>
          <p:nvPr>
            <p:ph type="body" sz="quarter" idx="23" hasCustomPrompt="1"/>
          </p:nvPr>
        </p:nvSpPr>
        <p:spPr>
          <a:xfrm>
            <a:off x="3448848" y="3915470"/>
            <a:ext cx="2377440" cy="2330605"/>
          </a:xfrm>
        </p:spPr>
        <p:txBody>
          <a:bodyPr>
            <a:normAutofit/>
          </a:bodyPr>
          <a:lstStyle>
            <a:lvl1pPr marL="0" marR="0" indent="0" algn="ctr" defTabSz="914400" rtl="0" eaLnBrk="1" fontAlgn="auto" latinLnBrk="0" hangingPunct="1">
              <a:lnSpc>
                <a:spcPts val="1800"/>
              </a:lnSpc>
              <a:spcBef>
                <a:spcPts val="1000"/>
              </a:spcBef>
              <a:spcAft>
                <a:spcPts val="0"/>
              </a:spcAft>
              <a:buClrTx/>
              <a:buSzTx/>
              <a:buFont typeface="Arial" panose="020B0604020202020204" pitchFamily="34" charset="0"/>
              <a:buNone/>
              <a:tabLst/>
              <a:defRPr sz="14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Bio 2</a:t>
            </a:r>
          </a:p>
        </p:txBody>
      </p:sp>
      <p:sp>
        <p:nvSpPr>
          <p:cNvPr id="17" name="Full Name 3">
            <a:extLst>
              <a:ext uri="{FF2B5EF4-FFF2-40B4-BE49-F238E27FC236}">
                <a16:creationId xmlns:a16="http://schemas.microsoft.com/office/drawing/2014/main" id="{3CD5862D-2756-9E79-B2D9-72326B35DE57}"/>
              </a:ext>
            </a:extLst>
          </p:cNvPr>
          <p:cNvSpPr>
            <a:spLocks noGrp="1"/>
          </p:cNvSpPr>
          <p:nvPr>
            <p:ph type="body" sz="quarter" idx="30" hasCustomPrompt="1"/>
          </p:nvPr>
        </p:nvSpPr>
        <p:spPr>
          <a:xfrm>
            <a:off x="6361125" y="3191843"/>
            <a:ext cx="2377440" cy="347472"/>
          </a:xfrm>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b="1" i="0">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Full Name 3</a:t>
            </a:r>
          </a:p>
        </p:txBody>
      </p:sp>
      <p:sp>
        <p:nvSpPr>
          <p:cNvPr id="18" name="Role 3">
            <a:extLst>
              <a:ext uri="{FF2B5EF4-FFF2-40B4-BE49-F238E27FC236}">
                <a16:creationId xmlns:a16="http://schemas.microsoft.com/office/drawing/2014/main" id="{C90E0834-C449-4414-5BEF-09FDE704D4DE}"/>
              </a:ext>
            </a:extLst>
          </p:cNvPr>
          <p:cNvSpPr>
            <a:spLocks noGrp="1"/>
          </p:cNvSpPr>
          <p:nvPr>
            <p:ph type="body" sz="quarter" idx="29" hasCustomPrompt="1"/>
          </p:nvPr>
        </p:nvSpPr>
        <p:spPr>
          <a:xfrm>
            <a:off x="6361125" y="3552153"/>
            <a:ext cx="2377440" cy="347472"/>
          </a:xfrm>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400" b="0" i="0">
                <a:solidFill>
                  <a:srgbClr val="747474"/>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Role 3</a:t>
            </a:r>
          </a:p>
        </p:txBody>
      </p:sp>
      <p:sp>
        <p:nvSpPr>
          <p:cNvPr id="19" name="Bio 3">
            <a:extLst>
              <a:ext uri="{FF2B5EF4-FFF2-40B4-BE49-F238E27FC236}">
                <a16:creationId xmlns:a16="http://schemas.microsoft.com/office/drawing/2014/main" id="{3EFF4523-C0CB-1327-79CF-2D1548623EE3}"/>
              </a:ext>
            </a:extLst>
          </p:cNvPr>
          <p:cNvSpPr>
            <a:spLocks noGrp="1"/>
          </p:cNvSpPr>
          <p:nvPr>
            <p:ph type="body" sz="quarter" idx="28" hasCustomPrompt="1"/>
          </p:nvPr>
        </p:nvSpPr>
        <p:spPr>
          <a:xfrm>
            <a:off x="6361125" y="3912463"/>
            <a:ext cx="2377440" cy="2330605"/>
          </a:xfrm>
        </p:spPr>
        <p:txBody>
          <a:bodyPr>
            <a:normAutofit/>
          </a:bodyPr>
          <a:lstStyle>
            <a:lvl1pPr marL="0" marR="0" indent="0" algn="ctr" defTabSz="914400" rtl="0" eaLnBrk="1" fontAlgn="auto" latinLnBrk="0" hangingPunct="1">
              <a:lnSpc>
                <a:spcPts val="1800"/>
              </a:lnSpc>
              <a:spcBef>
                <a:spcPts val="1000"/>
              </a:spcBef>
              <a:spcAft>
                <a:spcPts val="0"/>
              </a:spcAft>
              <a:buClrTx/>
              <a:buSzTx/>
              <a:buFont typeface="Arial" panose="020B0604020202020204" pitchFamily="34" charset="0"/>
              <a:buNone/>
              <a:tabLst/>
              <a:defRPr sz="14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Bio 3</a:t>
            </a:r>
          </a:p>
        </p:txBody>
      </p:sp>
      <p:sp>
        <p:nvSpPr>
          <p:cNvPr id="20" name="Full Name 4">
            <a:extLst>
              <a:ext uri="{FF2B5EF4-FFF2-40B4-BE49-F238E27FC236}">
                <a16:creationId xmlns:a16="http://schemas.microsoft.com/office/drawing/2014/main" id="{31D62CF9-6451-04B0-E3B0-DBCCBABEFA5A}"/>
              </a:ext>
            </a:extLst>
          </p:cNvPr>
          <p:cNvSpPr>
            <a:spLocks noGrp="1"/>
          </p:cNvSpPr>
          <p:nvPr>
            <p:ph type="body" sz="quarter" idx="27" hasCustomPrompt="1"/>
          </p:nvPr>
        </p:nvSpPr>
        <p:spPr>
          <a:xfrm>
            <a:off x="9273402" y="3191843"/>
            <a:ext cx="2377440" cy="347472"/>
          </a:xfrm>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b="1" i="0">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Full Name 4</a:t>
            </a:r>
          </a:p>
        </p:txBody>
      </p:sp>
      <p:sp>
        <p:nvSpPr>
          <p:cNvPr id="21" name="Role 4">
            <a:extLst>
              <a:ext uri="{FF2B5EF4-FFF2-40B4-BE49-F238E27FC236}">
                <a16:creationId xmlns:a16="http://schemas.microsoft.com/office/drawing/2014/main" id="{BD85B065-E7DE-7F44-69AC-B26BEAB8DA7C}"/>
              </a:ext>
            </a:extLst>
          </p:cNvPr>
          <p:cNvSpPr>
            <a:spLocks noGrp="1"/>
          </p:cNvSpPr>
          <p:nvPr>
            <p:ph type="body" sz="quarter" idx="32" hasCustomPrompt="1"/>
          </p:nvPr>
        </p:nvSpPr>
        <p:spPr>
          <a:xfrm>
            <a:off x="9273402" y="3552153"/>
            <a:ext cx="2377440" cy="347472"/>
          </a:xfrm>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400" b="0" i="0">
                <a:solidFill>
                  <a:srgbClr val="747474"/>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Role 4</a:t>
            </a:r>
          </a:p>
        </p:txBody>
      </p:sp>
      <p:sp>
        <p:nvSpPr>
          <p:cNvPr id="22" name="Bio 4">
            <a:extLst>
              <a:ext uri="{FF2B5EF4-FFF2-40B4-BE49-F238E27FC236}">
                <a16:creationId xmlns:a16="http://schemas.microsoft.com/office/drawing/2014/main" id="{07D1D56F-D6D8-F3BC-1F4B-65F58B576314}"/>
              </a:ext>
            </a:extLst>
          </p:cNvPr>
          <p:cNvSpPr>
            <a:spLocks noGrp="1"/>
          </p:cNvSpPr>
          <p:nvPr>
            <p:ph type="body" sz="quarter" idx="31" hasCustomPrompt="1"/>
          </p:nvPr>
        </p:nvSpPr>
        <p:spPr>
          <a:xfrm>
            <a:off x="9273402" y="3912463"/>
            <a:ext cx="2377440" cy="2330605"/>
          </a:xfrm>
        </p:spPr>
        <p:txBody>
          <a:bodyPr>
            <a:normAutofit/>
          </a:bodyPr>
          <a:lstStyle>
            <a:lvl1pPr marL="0" marR="0" indent="0" algn="ctr" defTabSz="914400" rtl="0" eaLnBrk="1" fontAlgn="auto" latinLnBrk="0" hangingPunct="1">
              <a:lnSpc>
                <a:spcPts val="1800"/>
              </a:lnSpc>
              <a:spcBef>
                <a:spcPts val="1000"/>
              </a:spcBef>
              <a:spcAft>
                <a:spcPts val="0"/>
              </a:spcAft>
              <a:buClrTx/>
              <a:buSzTx/>
              <a:buFont typeface="Arial" panose="020B0604020202020204" pitchFamily="34" charset="0"/>
              <a:buNone/>
              <a:tabLst/>
              <a:defRPr sz="14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Bio 4</a:t>
            </a:r>
          </a:p>
        </p:txBody>
      </p:sp>
      <p:sp>
        <p:nvSpPr>
          <p:cNvPr id="2" name="Slide Subtitle">
            <a:extLst>
              <a:ext uri="{FF2B5EF4-FFF2-40B4-BE49-F238E27FC236}">
                <a16:creationId xmlns:a16="http://schemas.microsoft.com/office/drawing/2014/main" id="{BC38659F-E163-AA93-3EB9-35443EAE464F}"/>
              </a:ext>
            </a:extLst>
          </p:cNvPr>
          <p:cNvSpPr>
            <a:spLocks noGrp="1"/>
          </p:cNvSpPr>
          <p:nvPr>
            <p:ph type="body" sz="quarter" idx="60" hasCustomPrompt="1"/>
          </p:nvPr>
        </p:nvSpPr>
        <p:spPr>
          <a:xfrm>
            <a:off x="457200" y="685800"/>
            <a:ext cx="11274552" cy="758952"/>
          </a:xfrm>
        </p:spPr>
        <p:txBody>
          <a:bodyPr>
            <a:normAutofit/>
          </a:bodyPr>
          <a:lstStyle>
            <a:lvl1pPr marL="0" indent="0">
              <a:lnSpc>
                <a:spcPct val="100000"/>
              </a:lnSpc>
              <a:buNone/>
              <a:defRPr sz="1600" b="0" i="0">
                <a:solidFill>
                  <a:srgbClr val="53565A"/>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Slide Subtitle</a:t>
            </a:r>
          </a:p>
        </p:txBody>
      </p:sp>
      <p:sp>
        <p:nvSpPr>
          <p:cNvPr id="24" name="Slide Title">
            <a:extLst>
              <a:ext uri="{FF2B5EF4-FFF2-40B4-BE49-F238E27FC236}">
                <a16:creationId xmlns:a16="http://schemas.microsoft.com/office/drawing/2014/main" id="{55A1E841-F116-9DBB-A68C-83F4398DE291}"/>
              </a:ext>
            </a:extLst>
          </p:cNvPr>
          <p:cNvSpPr>
            <a:spLocks noGrp="1"/>
          </p:cNvSpPr>
          <p:nvPr>
            <p:ph type="body" sz="quarter" idx="10" hasCustomPrompt="1"/>
          </p:nvPr>
        </p:nvSpPr>
        <p:spPr>
          <a:xfrm>
            <a:off x="457200" y="347472"/>
            <a:ext cx="11274552" cy="338328"/>
          </a:xfrm>
        </p:spPr>
        <p:txBody>
          <a:bodyPr anchor="ctr">
            <a:normAutofit/>
          </a:bodyPr>
          <a:lstStyle>
            <a:lvl1pPr marL="0" indent="0">
              <a:lnSpc>
                <a:spcPct val="100000"/>
              </a:lnSpc>
              <a:buNone/>
              <a:defRPr sz="21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Slide Title</a:t>
            </a:r>
          </a:p>
        </p:txBody>
      </p:sp>
      <p:sp>
        <p:nvSpPr>
          <p:cNvPr id="28" name="Picture Placeholder 13">
            <a:extLst>
              <a:ext uri="{FF2B5EF4-FFF2-40B4-BE49-F238E27FC236}">
                <a16:creationId xmlns:a16="http://schemas.microsoft.com/office/drawing/2014/main" id="{5F3562DC-5AD6-2615-2B49-2DB6DDED26A8}"/>
              </a:ext>
            </a:extLst>
          </p:cNvPr>
          <p:cNvSpPr>
            <a:spLocks noGrp="1"/>
          </p:cNvSpPr>
          <p:nvPr>
            <p:ph type="pic" sz="quarter" idx="63" hasCustomPrompt="1"/>
          </p:nvPr>
        </p:nvSpPr>
        <p:spPr>
          <a:xfrm>
            <a:off x="1056824" y="1764424"/>
            <a:ext cx="1336934" cy="1336934"/>
          </a:xfrm>
          <a:prstGeom prst="rect">
            <a:avLst/>
          </a:prstGeom>
        </p:spPr>
        <p:txBody>
          <a:bodyPr/>
          <a:lstStyle>
            <a:lvl1pPr marL="0" indent="0">
              <a:buNone/>
              <a:defRPr sz="800"/>
            </a:lvl1pPr>
          </a:lstStyle>
          <a:p>
            <a:r>
              <a:rPr lang="en-US" dirty="0"/>
              <a:t>{{ </a:t>
            </a:r>
            <a:r>
              <a:rPr lang="en-US" dirty="0" err="1"/>
              <a:t>person_placeholder</a:t>
            </a:r>
            <a:r>
              <a:rPr lang="en-US" dirty="0"/>
              <a:t> }}</a:t>
            </a:r>
          </a:p>
        </p:txBody>
      </p:sp>
      <p:sp>
        <p:nvSpPr>
          <p:cNvPr id="29" name="Picture Placeholder 13">
            <a:extLst>
              <a:ext uri="{FF2B5EF4-FFF2-40B4-BE49-F238E27FC236}">
                <a16:creationId xmlns:a16="http://schemas.microsoft.com/office/drawing/2014/main" id="{3FD9CE2D-E3AC-0A00-1567-456EA5285BF3}"/>
              </a:ext>
            </a:extLst>
          </p:cNvPr>
          <p:cNvSpPr>
            <a:spLocks noGrp="1"/>
          </p:cNvSpPr>
          <p:nvPr>
            <p:ph type="pic" sz="quarter" idx="64" hasCustomPrompt="1"/>
          </p:nvPr>
        </p:nvSpPr>
        <p:spPr>
          <a:xfrm>
            <a:off x="3980646" y="1764424"/>
            <a:ext cx="1336934" cy="1336934"/>
          </a:xfrm>
          <a:prstGeom prst="rect">
            <a:avLst/>
          </a:prstGeom>
        </p:spPr>
        <p:txBody>
          <a:bodyPr/>
          <a:lstStyle>
            <a:lvl1pPr marL="0" indent="0">
              <a:buNone/>
              <a:defRPr sz="800"/>
            </a:lvl1pPr>
          </a:lstStyle>
          <a:p>
            <a:r>
              <a:rPr lang="en-US" dirty="0"/>
              <a:t>{{ </a:t>
            </a:r>
            <a:r>
              <a:rPr lang="en-US" dirty="0" err="1"/>
              <a:t>person_placeholder</a:t>
            </a:r>
            <a:r>
              <a:rPr lang="en-US" dirty="0"/>
              <a:t> }}</a:t>
            </a:r>
          </a:p>
        </p:txBody>
      </p:sp>
      <p:sp>
        <p:nvSpPr>
          <p:cNvPr id="31" name="Picture Placeholder 13">
            <a:extLst>
              <a:ext uri="{FF2B5EF4-FFF2-40B4-BE49-F238E27FC236}">
                <a16:creationId xmlns:a16="http://schemas.microsoft.com/office/drawing/2014/main" id="{495392D1-D59B-6AA8-746F-FCBD50A435AA}"/>
              </a:ext>
            </a:extLst>
          </p:cNvPr>
          <p:cNvSpPr>
            <a:spLocks noGrp="1"/>
          </p:cNvSpPr>
          <p:nvPr>
            <p:ph type="pic" sz="quarter" idx="65" hasCustomPrompt="1"/>
          </p:nvPr>
        </p:nvSpPr>
        <p:spPr>
          <a:xfrm>
            <a:off x="6881891" y="1764424"/>
            <a:ext cx="1336934" cy="1336934"/>
          </a:xfrm>
          <a:prstGeom prst="rect">
            <a:avLst/>
          </a:prstGeom>
        </p:spPr>
        <p:txBody>
          <a:bodyPr/>
          <a:lstStyle>
            <a:lvl1pPr marL="0" indent="0">
              <a:buNone/>
              <a:defRPr sz="800"/>
            </a:lvl1pPr>
          </a:lstStyle>
          <a:p>
            <a:r>
              <a:rPr lang="en-US" dirty="0"/>
              <a:t>{{ </a:t>
            </a:r>
            <a:r>
              <a:rPr lang="en-US" dirty="0" err="1"/>
              <a:t>person_placeholder</a:t>
            </a:r>
            <a:r>
              <a:rPr lang="en-US" dirty="0"/>
              <a:t> }}</a:t>
            </a:r>
          </a:p>
        </p:txBody>
      </p:sp>
      <p:sp>
        <p:nvSpPr>
          <p:cNvPr id="32" name="Picture Placeholder 13">
            <a:extLst>
              <a:ext uri="{FF2B5EF4-FFF2-40B4-BE49-F238E27FC236}">
                <a16:creationId xmlns:a16="http://schemas.microsoft.com/office/drawing/2014/main" id="{C0D36802-0C02-5667-8B8F-777118A4981F}"/>
              </a:ext>
            </a:extLst>
          </p:cNvPr>
          <p:cNvSpPr>
            <a:spLocks noGrp="1"/>
          </p:cNvSpPr>
          <p:nvPr>
            <p:ph type="pic" sz="quarter" idx="66" hasCustomPrompt="1"/>
          </p:nvPr>
        </p:nvSpPr>
        <p:spPr>
          <a:xfrm>
            <a:off x="9794424" y="1764424"/>
            <a:ext cx="1336934" cy="1336934"/>
          </a:xfrm>
          <a:prstGeom prst="rect">
            <a:avLst/>
          </a:prstGeom>
        </p:spPr>
        <p:txBody>
          <a:bodyPr/>
          <a:lstStyle>
            <a:lvl1pPr marL="0" indent="0">
              <a:buNone/>
              <a:defRPr sz="800"/>
            </a:lvl1pPr>
          </a:lstStyle>
          <a:p>
            <a:r>
              <a:rPr lang="en-US" dirty="0"/>
              <a:t>{{ </a:t>
            </a:r>
            <a:r>
              <a:rPr lang="en-US" dirty="0" err="1"/>
              <a:t>person_placeholder</a:t>
            </a:r>
            <a:r>
              <a:rPr lang="en-US" dirty="0"/>
              <a:t> }}</a:t>
            </a:r>
          </a:p>
        </p:txBody>
      </p:sp>
    </p:spTree>
    <p:extLst>
      <p:ext uri="{BB962C8B-B14F-4D97-AF65-F5344CB8AC3E}">
        <p14:creationId xmlns:p14="http://schemas.microsoft.com/office/powerpoint/2010/main" val="109215120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am_slide">
    <p:spTree>
      <p:nvGrpSpPr>
        <p:cNvPr id="1" name=""/>
        <p:cNvGrpSpPr/>
        <p:nvPr/>
      </p:nvGrpSpPr>
      <p:grpSpPr>
        <a:xfrm>
          <a:off x="0" y="0"/>
          <a:ext cx="0" cy="0"/>
          <a:chOff x="0" y="0"/>
          <a:chExt cx="0" cy="0"/>
        </a:xfrm>
      </p:grpSpPr>
      <p:sp>
        <p:nvSpPr>
          <p:cNvPr id="14" name="Name 1">
            <a:extLst>
              <a:ext uri="{FF2B5EF4-FFF2-40B4-BE49-F238E27FC236}">
                <a16:creationId xmlns:a16="http://schemas.microsoft.com/office/drawing/2014/main" id="{ED23AE4F-74ED-EB8A-17BA-ADBF39287932}"/>
              </a:ext>
            </a:extLst>
          </p:cNvPr>
          <p:cNvSpPr>
            <a:spLocks noGrp="1"/>
          </p:cNvSpPr>
          <p:nvPr>
            <p:ph type="body" sz="quarter" idx="13" hasCustomPrompt="1"/>
          </p:nvPr>
        </p:nvSpPr>
        <p:spPr>
          <a:xfrm>
            <a:off x="663447" y="2835285"/>
            <a:ext cx="2334015" cy="233403"/>
          </a:xfrm>
          <a:prstGeom prst="rect">
            <a:avLst/>
          </a:prstGeom>
        </p:spPr>
        <p:txBody>
          <a:bodyPr>
            <a:noAutofit/>
          </a:bodyPr>
          <a:lstStyle>
            <a:lvl1pPr marL="0" indent="0" algn="ctr">
              <a:buNone/>
              <a:defRPr sz="1400" b="1" i="0">
                <a:solidFill>
                  <a:schemeClr val="tx1"/>
                </a:solidFill>
                <a:latin typeface="Open Sans SemiBold" pitchFamily="2" charset="0"/>
                <a:ea typeface="Open Sans SemiBold" pitchFamily="2" charset="0"/>
                <a:cs typeface="Open Sans SemiBold" pitchFamily="2" charset="0"/>
              </a:defRPr>
            </a:lvl1pPr>
          </a:lstStyle>
          <a:p>
            <a:pPr lvl="0"/>
            <a:r>
              <a:rPr lang="en-US" dirty="0"/>
              <a:t>Name 1</a:t>
            </a:r>
          </a:p>
        </p:txBody>
      </p:sp>
      <p:sp>
        <p:nvSpPr>
          <p:cNvPr id="15" name="Role 1">
            <a:extLst>
              <a:ext uri="{FF2B5EF4-FFF2-40B4-BE49-F238E27FC236}">
                <a16:creationId xmlns:a16="http://schemas.microsoft.com/office/drawing/2014/main" id="{93530996-3A64-8D85-905B-9C3397CBA103}"/>
              </a:ext>
            </a:extLst>
          </p:cNvPr>
          <p:cNvSpPr>
            <a:spLocks noGrp="1"/>
          </p:cNvSpPr>
          <p:nvPr>
            <p:ph type="body" sz="quarter" idx="14" hasCustomPrompt="1"/>
          </p:nvPr>
        </p:nvSpPr>
        <p:spPr>
          <a:xfrm>
            <a:off x="663447" y="3037343"/>
            <a:ext cx="2346569" cy="251692"/>
          </a:xfrm>
          <a:prstGeom prst="rect">
            <a:avLst/>
          </a:prstGeom>
        </p:spPr>
        <p:txBody>
          <a:bodyPr>
            <a:noAutofit/>
          </a:bodyPr>
          <a:lstStyle>
            <a:lvl1pPr marL="0" indent="0" algn="ctr">
              <a:lnSpc>
                <a:spcPct val="120000"/>
              </a:lnSpc>
              <a:buNone/>
              <a:defRPr sz="1100" b="0" i="0">
                <a:solidFill>
                  <a:schemeClr val="tx1">
                    <a:lumMod val="75000"/>
                    <a:lumOff val="25000"/>
                  </a:schemeClr>
                </a:solidFill>
                <a:latin typeface="Open Sans SemiBold" pitchFamily="2" charset="0"/>
                <a:ea typeface="Open Sans SemiBold" pitchFamily="2" charset="0"/>
                <a:cs typeface="Open Sans SemiBold" pitchFamily="2" charset="0"/>
              </a:defRPr>
            </a:lvl1pPr>
            <a:lvl2pPr algn="ctr">
              <a:defRPr/>
            </a:lvl2pPr>
            <a:lvl3pPr algn="ctr">
              <a:defRPr/>
            </a:lvl3pPr>
            <a:lvl4pPr algn="ctr">
              <a:defRPr/>
            </a:lvl4pPr>
            <a:lvl5pPr algn="ctr">
              <a:defRPr/>
            </a:lvl5pPr>
          </a:lstStyle>
          <a:p>
            <a:pPr lvl="0"/>
            <a:r>
              <a:rPr lang="en-US" dirty="0"/>
              <a:t>Role 1</a:t>
            </a:r>
          </a:p>
        </p:txBody>
      </p:sp>
      <p:sp>
        <p:nvSpPr>
          <p:cNvPr id="16" name="Name 2">
            <a:extLst>
              <a:ext uri="{FF2B5EF4-FFF2-40B4-BE49-F238E27FC236}">
                <a16:creationId xmlns:a16="http://schemas.microsoft.com/office/drawing/2014/main" id="{95E1E086-E53E-EEDC-F98D-649FC0796F56}"/>
              </a:ext>
            </a:extLst>
          </p:cNvPr>
          <p:cNvSpPr>
            <a:spLocks noGrp="1"/>
          </p:cNvSpPr>
          <p:nvPr>
            <p:ph type="body" sz="quarter" idx="44" hasCustomPrompt="1"/>
          </p:nvPr>
        </p:nvSpPr>
        <p:spPr>
          <a:xfrm>
            <a:off x="3298353" y="2835285"/>
            <a:ext cx="2334015" cy="233403"/>
          </a:xfrm>
          <a:prstGeom prst="rect">
            <a:avLst/>
          </a:prstGeom>
        </p:spPr>
        <p:txBody>
          <a:bodyPr>
            <a:noAutofit/>
          </a:bodyPr>
          <a:lstStyle>
            <a:lvl1pPr marL="0" indent="0" algn="ctr">
              <a:buNone/>
              <a:defRPr sz="1400" b="1" i="0">
                <a:solidFill>
                  <a:schemeClr val="tx1"/>
                </a:solidFill>
                <a:latin typeface="Open Sans SemiBold" pitchFamily="2" charset="0"/>
                <a:ea typeface="Open Sans SemiBold" pitchFamily="2" charset="0"/>
                <a:cs typeface="Open Sans SemiBold" pitchFamily="2" charset="0"/>
              </a:defRPr>
            </a:lvl1pPr>
          </a:lstStyle>
          <a:p>
            <a:pPr lvl="0"/>
            <a:r>
              <a:rPr lang="en-US" dirty="0"/>
              <a:t>Name 2</a:t>
            </a:r>
          </a:p>
        </p:txBody>
      </p:sp>
      <p:sp>
        <p:nvSpPr>
          <p:cNvPr id="17" name="Role 2">
            <a:extLst>
              <a:ext uri="{FF2B5EF4-FFF2-40B4-BE49-F238E27FC236}">
                <a16:creationId xmlns:a16="http://schemas.microsoft.com/office/drawing/2014/main" id="{E6838F72-E842-CCBA-B0A1-175C50B96DE4}"/>
              </a:ext>
            </a:extLst>
          </p:cNvPr>
          <p:cNvSpPr>
            <a:spLocks noGrp="1"/>
          </p:cNvSpPr>
          <p:nvPr>
            <p:ph type="body" sz="quarter" idx="45" hasCustomPrompt="1"/>
          </p:nvPr>
        </p:nvSpPr>
        <p:spPr>
          <a:xfrm>
            <a:off x="3298353" y="3037343"/>
            <a:ext cx="2346569" cy="251692"/>
          </a:xfrm>
          <a:prstGeom prst="rect">
            <a:avLst/>
          </a:prstGeom>
        </p:spPr>
        <p:txBody>
          <a:bodyPr>
            <a:noAutofit/>
          </a:bodyPr>
          <a:lstStyle>
            <a:lvl1pPr marL="0" indent="0" algn="ctr">
              <a:lnSpc>
                <a:spcPct val="120000"/>
              </a:lnSpc>
              <a:buNone/>
              <a:defRPr sz="1100" b="0" i="0">
                <a:solidFill>
                  <a:schemeClr val="tx1">
                    <a:lumMod val="75000"/>
                    <a:lumOff val="25000"/>
                  </a:schemeClr>
                </a:solidFill>
                <a:latin typeface="Open Sans SemiBold" pitchFamily="2" charset="0"/>
                <a:ea typeface="Open Sans SemiBold" pitchFamily="2" charset="0"/>
                <a:cs typeface="Open Sans SemiBold" pitchFamily="2" charset="0"/>
              </a:defRPr>
            </a:lvl1pPr>
            <a:lvl2pPr algn="ctr">
              <a:defRPr/>
            </a:lvl2pPr>
            <a:lvl3pPr algn="ctr">
              <a:defRPr/>
            </a:lvl3pPr>
            <a:lvl4pPr algn="ctr">
              <a:defRPr/>
            </a:lvl4pPr>
            <a:lvl5pPr algn="ctr">
              <a:defRPr/>
            </a:lvl5pPr>
          </a:lstStyle>
          <a:p>
            <a:pPr lvl="0"/>
            <a:r>
              <a:rPr lang="en-US" dirty="0"/>
              <a:t>Role 2</a:t>
            </a:r>
          </a:p>
        </p:txBody>
      </p:sp>
      <p:sp>
        <p:nvSpPr>
          <p:cNvPr id="18" name="Name 3">
            <a:extLst>
              <a:ext uri="{FF2B5EF4-FFF2-40B4-BE49-F238E27FC236}">
                <a16:creationId xmlns:a16="http://schemas.microsoft.com/office/drawing/2014/main" id="{72992BA6-BC6D-708F-D9B9-FBDB52F6B0AC}"/>
              </a:ext>
            </a:extLst>
          </p:cNvPr>
          <p:cNvSpPr>
            <a:spLocks noGrp="1"/>
          </p:cNvSpPr>
          <p:nvPr>
            <p:ph type="body" sz="quarter" idx="48" hasCustomPrompt="1"/>
          </p:nvPr>
        </p:nvSpPr>
        <p:spPr>
          <a:xfrm>
            <a:off x="5933259" y="2835285"/>
            <a:ext cx="2334015" cy="233403"/>
          </a:xfrm>
          <a:prstGeom prst="rect">
            <a:avLst/>
          </a:prstGeom>
        </p:spPr>
        <p:txBody>
          <a:bodyPr>
            <a:noAutofit/>
          </a:bodyPr>
          <a:lstStyle>
            <a:lvl1pPr marL="0" indent="0" algn="ctr">
              <a:buNone/>
              <a:defRPr sz="1400" b="1" i="0">
                <a:solidFill>
                  <a:schemeClr val="tx1"/>
                </a:solidFill>
                <a:latin typeface="Open Sans SemiBold" pitchFamily="2" charset="0"/>
                <a:ea typeface="Open Sans SemiBold" pitchFamily="2" charset="0"/>
                <a:cs typeface="Open Sans SemiBold" pitchFamily="2" charset="0"/>
              </a:defRPr>
            </a:lvl1pPr>
          </a:lstStyle>
          <a:p>
            <a:pPr lvl="0"/>
            <a:r>
              <a:rPr lang="en-US" dirty="0"/>
              <a:t>Name 3</a:t>
            </a:r>
          </a:p>
        </p:txBody>
      </p:sp>
      <p:sp>
        <p:nvSpPr>
          <p:cNvPr id="20" name="Role 3">
            <a:extLst>
              <a:ext uri="{FF2B5EF4-FFF2-40B4-BE49-F238E27FC236}">
                <a16:creationId xmlns:a16="http://schemas.microsoft.com/office/drawing/2014/main" id="{561A8B9C-E4D0-7FA2-F742-1112ACCBF581}"/>
              </a:ext>
            </a:extLst>
          </p:cNvPr>
          <p:cNvSpPr>
            <a:spLocks noGrp="1"/>
          </p:cNvSpPr>
          <p:nvPr>
            <p:ph type="body" sz="quarter" idx="49" hasCustomPrompt="1"/>
          </p:nvPr>
        </p:nvSpPr>
        <p:spPr>
          <a:xfrm>
            <a:off x="5933259" y="3037343"/>
            <a:ext cx="2346569" cy="251692"/>
          </a:xfrm>
          <a:prstGeom prst="rect">
            <a:avLst/>
          </a:prstGeom>
        </p:spPr>
        <p:txBody>
          <a:bodyPr>
            <a:noAutofit/>
          </a:bodyPr>
          <a:lstStyle>
            <a:lvl1pPr marL="0" indent="0" algn="ctr">
              <a:lnSpc>
                <a:spcPct val="120000"/>
              </a:lnSpc>
              <a:buNone/>
              <a:defRPr sz="1100" b="0" i="0">
                <a:solidFill>
                  <a:schemeClr val="tx1">
                    <a:lumMod val="75000"/>
                    <a:lumOff val="25000"/>
                  </a:schemeClr>
                </a:solidFill>
                <a:latin typeface="Open Sans SemiBold" pitchFamily="2" charset="0"/>
                <a:ea typeface="Open Sans SemiBold" pitchFamily="2" charset="0"/>
                <a:cs typeface="Open Sans SemiBold" pitchFamily="2" charset="0"/>
              </a:defRPr>
            </a:lvl1pPr>
            <a:lvl2pPr algn="ctr">
              <a:defRPr/>
            </a:lvl2pPr>
            <a:lvl3pPr algn="ctr">
              <a:defRPr/>
            </a:lvl3pPr>
            <a:lvl4pPr algn="ctr">
              <a:defRPr/>
            </a:lvl4pPr>
            <a:lvl5pPr algn="ctr">
              <a:defRPr/>
            </a:lvl5pPr>
          </a:lstStyle>
          <a:p>
            <a:pPr lvl="0"/>
            <a:r>
              <a:rPr lang="en-US" dirty="0"/>
              <a:t>Role 3</a:t>
            </a:r>
          </a:p>
        </p:txBody>
      </p:sp>
      <p:sp>
        <p:nvSpPr>
          <p:cNvPr id="21" name="Name 4">
            <a:extLst>
              <a:ext uri="{FF2B5EF4-FFF2-40B4-BE49-F238E27FC236}">
                <a16:creationId xmlns:a16="http://schemas.microsoft.com/office/drawing/2014/main" id="{A58AF1D8-89A6-538A-76BD-DE759907708B}"/>
              </a:ext>
            </a:extLst>
          </p:cNvPr>
          <p:cNvSpPr>
            <a:spLocks noGrp="1"/>
          </p:cNvSpPr>
          <p:nvPr>
            <p:ph type="body" sz="quarter" idx="52" hasCustomPrompt="1"/>
          </p:nvPr>
        </p:nvSpPr>
        <p:spPr>
          <a:xfrm>
            <a:off x="8580719" y="2835285"/>
            <a:ext cx="2334015" cy="233403"/>
          </a:xfrm>
          <a:prstGeom prst="rect">
            <a:avLst/>
          </a:prstGeom>
        </p:spPr>
        <p:txBody>
          <a:bodyPr>
            <a:noAutofit/>
          </a:bodyPr>
          <a:lstStyle>
            <a:lvl1pPr marL="0" indent="0" algn="ctr">
              <a:buNone/>
              <a:defRPr sz="1400" b="1" i="0">
                <a:solidFill>
                  <a:schemeClr val="tx1"/>
                </a:solidFill>
                <a:latin typeface="Open Sans SemiBold" pitchFamily="2" charset="0"/>
                <a:ea typeface="Open Sans SemiBold" pitchFamily="2" charset="0"/>
                <a:cs typeface="Open Sans SemiBold" pitchFamily="2" charset="0"/>
              </a:defRPr>
            </a:lvl1pPr>
          </a:lstStyle>
          <a:p>
            <a:pPr lvl="0"/>
            <a:r>
              <a:rPr lang="en-US" dirty="0"/>
              <a:t>Name 4</a:t>
            </a:r>
          </a:p>
        </p:txBody>
      </p:sp>
      <p:sp>
        <p:nvSpPr>
          <p:cNvPr id="22" name="Role 4">
            <a:extLst>
              <a:ext uri="{FF2B5EF4-FFF2-40B4-BE49-F238E27FC236}">
                <a16:creationId xmlns:a16="http://schemas.microsoft.com/office/drawing/2014/main" id="{E4B2D063-DEFA-BF45-0572-EFF0C0FAABB2}"/>
              </a:ext>
            </a:extLst>
          </p:cNvPr>
          <p:cNvSpPr>
            <a:spLocks noGrp="1"/>
          </p:cNvSpPr>
          <p:nvPr>
            <p:ph type="body" sz="quarter" idx="53" hasCustomPrompt="1"/>
          </p:nvPr>
        </p:nvSpPr>
        <p:spPr>
          <a:xfrm>
            <a:off x="8580719" y="3037343"/>
            <a:ext cx="2346569" cy="251692"/>
          </a:xfrm>
          <a:prstGeom prst="rect">
            <a:avLst/>
          </a:prstGeom>
        </p:spPr>
        <p:txBody>
          <a:bodyPr>
            <a:noAutofit/>
          </a:bodyPr>
          <a:lstStyle>
            <a:lvl1pPr marL="0" indent="0" algn="ctr">
              <a:lnSpc>
                <a:spcPct val="120000"/>
              </a:lnSpc>
              <a:buNone/>
              <a:defRPr sz="1100" b="0" i="0">
                <a:solidFill>
                  <a:schemeClr val="tx1">
                    <a:lumMod val="75000"/>
                    <a:lumOff val="25000"/>
                  </a:schemeClr>
                </a:solidFill>
                <a:latin typeface="Open Sans SemiBold" pitchFamily="2" charset="0"/>
                <a:ea typeface="Open Sans SemiBold" pitchFamily="2" charset="0"/>
                <a:cs typeface="Open Sans SemiBold" pitchFamily="2" charset="0"/>
              </a:defRPr>
            </a:lvl1pPr>
            <a:lvl2pPr algn="ctr">
              <a:defRPr/>
            </a:lvl2pPr>
            <a:lvl3pPr algn="ctr">
              <a:defRPr/>
            </a:lvl3pPr>
            <a:lvl4pPr algn="ctr">
              <a:defRPr/>
            </a:lvl4pPr>
            <a:lvl5pPr algn="ctr">
              <a:defRPr/>
            </a:lvl5pPr>
          </a:lstStyle>
          <a:p>
            <a:pPr lvl="0"/>
            <a:r>
              <a:rPr lang="en-US" dirty="0"/>
              <a:t>Role 4</a:t>
            </a:r>
          </a:p>
        </p:txBody>
      </p:sp>
      <p:sp>
        <p:nvSpPr>
          <p:cNvPr id="23" name="Name 5">
            <a:extLst>
              <a:ext uri="{FF2B5EF4-FFF2-40B4-BE49-F238E27FC236}">
                <a16:creationId xmlns:a16="http://schemas.microsoft.com/office/drawing/2014/main" id="{C277C458-ECA5-B8AE-9055-9825EB3D36F0}"/>
              </a:ext>
            </a:extLst>
          </p:cNvPr>
          <p:cNvSpPr>
            <a:spLocks noGrp="1"/>
          </p:cNvSpPr>
          <p:nvPr>
            <p:ph type="body" sz="quarter" idx="56" hasCustomPrompt="1"/>
          </p:nvPr>
        </p:nvSpPr>
        <p:spPr>
          <a:xfrm>
            <a:off x="676001" y="5034885"/>
            <a:ext cx="2334015" cy="233403"/>
          </a:xfrm>
          <a:prstGeom prst="rect">
            <a:avLst/>
          </a:prstGeom>
        </p:spPr>
        <p:txBody>
          <a:bodyPr>
            <a:noAutofit/>
          </a:bodyPr>
          <a:lstStyle>
            <a:lvl1pPr marL="0" indent="0" algn="ctr">
              <a:buNone/>
              <a:defRPr sz="1400" b="1" i="0">
                <a:solidFill>
                  <a:schemeClr val="tx1"/>
                </a:solidFill>
                <a:latin typeface="Open Sans SemiBold" pitchFamily="2" charset="0"/>
                <a:ea typeface="Open Sans SemiBold" pitchFamily="2" charset="0"/>
                <a:cs typeface="Open Sans SemiBold" pitchFamily="2" charset="0"/>
              </a:defRPr>
            </a:lvl1pPr>
          </a:lstStyle>
          <a:p>
            <a:pPr lvl="0"/>
            <a:r>
              <a:rPr lang="en-US" dirty="0"/>
              <a:t>Name 5</a:t>
            </a:r>
          </a:p>
        </p:txBody>
      </p:sp>
      <p:sp>
        <p:nvSpPr>
          <p:cNvPr id="24" name="Role 5">
            <a:extLst>
              <a:ext uri="{FF2B5EF4-FFF2-40B4-BE49-F238E27FC236}">
                <a16:creationId xmlns:a16="http://schemas.microsoft.com/office/drawing/2014/main" id="{BA13B177-B593-E117-EB58-FFDA19172CB5}"/>
              </a:ext>
            </a:extLst>
          </p:cNvPr>
          <p:cNvSpPr>
            <a:spLocks noGrp="1"/>
          </p:cNvSpPr>
          <p:nvPr>
            <p:ph type="body" sz="quarter" idx="57" hasCustomPrompt="1"/>
          </p:nvPr>
        </p:nvSpPr>
        <p:spPr>
          <a:xfrm>
            <a:off x="676001" y="5246274"/>
            <a:ext cx="2346569" cy="251692"/>
          </a:xfrm>
          <a:prstGeom prst="rect">
            <a:avLst/>
          </a:prstGeom>
        </p:spPr>
        <p:txBody>
          <a:bodyPr>
            <a:noAutofit/>
          </a:bodyPr>
          <a:lstStyle>
            <a:lvl1pPr marL="0" indent="0" algn="ctr">
              <a:lnSpc>
                <a:spcPct val="120000"/>
              </a:lnSpc>
              <a:buNone/>
              <a:defRPr sz="1100" b="0" i="0">
                <a:solidFill>
                  <a:schemeClr val="tx1">
                    <a:lumMod val="75000"/>
                    <a:lumOff val="25000"/>
                  </a:schemeClr>
                </a:solidFill>
                <a:latin typeface="Open Sans SemiBold" pitchFamily="2" charset="0"/>
                <a:ea typeface="Open Sans SemiBold" pitchFamily="2" charset="0"/>
                <a:cs typeface="Open Sans SemiBold" pitchFamily="2" charset="0"/>
              </a:defRPr>
            </a:lvl1pPr>
            <a:lvl2pPr algn="ctr">
              <a:defRPr/>
            </a:lvl2pPr>
            <a:lvl3pPr algn="ctr">
              <a:defRPr/>
            </a:lvl3pPr>
            <a:lvl4pPr algn="ctr">
              <a:defRPr/>
            </a:lvl4pPr>
            <a:lvl5pPr algn="ctr">
              <a:defRPr/>
            </a:lvl5pPr>
          </a:lstStyle>
          <a:p>
            <a:pPr lvl="0"/>
            <a:r>
              <a:rPr lang="en-US" dirty="0"/>
              <a:t>Role 5</a:t>
            </a:r>
          </a:p>
        </p:txBody>
      </p:sp>
      <p:sp>
        <p:nvSpPr>
          <p:cNvPr id="25" name="Name 6">
            <a:extLst>
              <a:ext uri="{FF2B5EF4-FFF2-40B4-BE49-F238E27FC236}">
                <a16:creationId xmlns:a16="http://schemas.microsoft.com/office/drawing/2014/main" id="{3755032A-044C-0A4E-D0C2-73E4B355BFA1}"/>
              </a:ext>
            </a:extLst>
          </p:cNvPr>
          <p:cNvSpPr>
            <a:spLocks noGrp="1"/>
          </p:cNvSpPr>
          <p:nvPr>
            <p:ph type="body" sz="quarter" idx="60" hasCustomPrompt="1"/>
          </p:nvPr>
        </p:nvSpPr>
        <p:spPr>
          <a:xfrm>
            <a:off x="3310907" y="5034885"/>
            <a:ext cx="2334015" cy="233403"/>
          </a:xfrm>
          <a:prstGeom prst="rect">
            <a:avLst/>
          </a:prstGeom>
        </p:spPr>
        <p:txBody>
          <a:bodyPr>
            <a:noAutofit/>
          </a:bodyPr>
          <a:lstStyle>
            <a:lvl1pPr marL="0" indent="0" algn="ctr">
              <a:buNone/>
              <a:defRPr sz="1400" b="1" i="0">
                <a:solidFill>
                  <a:schemeClr val="tx1"/>
                </a:solidFill>
                <a:latin typeface="Open Sans SemiBold" pitchFamily="2" charset="0"/>
                <a:ea typeface="Open Sans SemiBold" pitchFamily="2" charset="0"/>
                <a:cs typeface="Open Sans SemiBold" pitchFamily="2" charset="0"/>
              </a:defRPr>
            </a:lvl1pPr>
          </a:lstStyle>
          <a:p>
            <a:pPr lvl="0"/>
            <a:r>
              <a:rPr lang="en-US" dirty="0"/>
              <a:t>Name 6</a:t>
            </a:r>
          </a:p>
        </p:txBody>
      </p:sp>
      <p:sp>
        <p:nvSpPr>
          <p:cNvPr id="26" name="Role 6">
            <a:extLst>
              <a:ext uri="{FF2B5EF4-FFF2-40B4-BE49-F238E27FC236}">
                <a16:creationId xmlns:a16="http://schemas.microsoft.com/office/drawing/2014/main" id="{756A1053-AF54-60A8-B063-40816B61E571}"/>
              </a:ext>
            </a:extLst>
          </p:cNvPr>
          <p:cNvSpPr>
            <a:spLocks noGrp="1"/>
          </p:cNvSpPr>
          <p:nvPr>
            <p:ph type="body" sz="quarter" idx="61" hasCustomPrompt="1"/>
          </p:nvPr>
        </p:nvSpPr>
        <p:spPr>
          <a:xfrm>
            <a:off x="3310907" y="5246274"/>
            <a:ext cx="2346569" cy="251692"/>
          </a:xfrm>
          <a:prstGeom prst="rect">
            <a:avLst/>
          </a:prstGeom>
        </p:spPr>
        <p:txBody>
          <a:bodyPr>
            <a:noAutofit/>
          </a:bodyPr>
          <a:lstStyle>
            <a:lvl1pPr marL="0" indent="0" algn="ctr">
              <a:lnSpc>
                <a:spcPct val="120000"/>
              </a:lnSpc>
              <a:buNone/>
              <a:defRPr sz="1100" b="0" i="0">
                <a:solidFill>
                  <a:schemeClr val="tx1">
                    <a:lumMod val="75000"/>
                    <a:lumOff val="25000"/>
                  </a:schemeClr>
                </a:solidFill>
                <a:latin typeface="Open Sans SemiBold" pitchFamily="2" charset="0"/>
                <a:ea typeface="Open Sans SemiBold" pitchFamily="2" charset="0"/>
                <a:cs typeface="Open Sans SemiBold" pitchFamily="2" charset="0"/>
              </a:defRPr>
            </a:lvl1pPr>
            <a:lvl2pPr algn="ctr">
              <a:defRPr/>
            </a:lvl2pPr>
            <a:lvl3pPr algn="ctr">
              <a:defRPr/>
            </a:lvl3pPr>
            <a:lvl4pPr algn="ctr">
              <a:defRPr/>
            </a:lvl4pPr>
            <a:lvl5pPr algn="ctr">
              <a:defRPr/>
            </a:lvl5pPr>
          </a:lstStyle>
          <a:p>
            <a:pPr lvl="0"/>
            <a:r>
              <a:rPr lang="en-US" dirty="0"/>
              <a:t>Role 6</a:t>
            </a:r>
          </a:p>
        </p:txBody>
      </p:sp>
      <p:sp>
        <p:nvSpPr>
          <p:cNvPr id="27" name="Name 7">
            <a:extLst>
              <a:ext uri="{FF2B5EF4-FFF2-40B4-BE49-F238E27FC236}">
                <a16:creationId xmlns:a16="http://schemas.microsoft.com/office/drawing/2014/main" id="{B53FDAE3-44EC-A74D-5B42-D2AFD14F9263}"/>
              </a:ext>
            </a:extLst>
          </p:cNvPr>
          <p:cNvSpPr>
            <a:spLocks noGrp="1"/>
          </p:cNvSpPr>
          <p:nvPr>
            <p:ph type="body" sz="quarter" idx="64" hasCustomPrompt="1"/>
          </p:nvPr>
        </p:nvSpPr>
        <p:spPr>
          <a:xfrm>
            <a:off x="5945813" y="5034885"/>
            <a:ext cx="2334015" cy="233403"/>
          </a:xfrm>
          <a:prstGeom prst="rect">
            <a:avLst/>
          </a:prstGeom>
        </p:spPr>
        <p:txBody>
          <a:bodyPr>
            <a:noAutofit/>
          </a:bodyPr>
          <a:lstStyle>
            <a:lvl1pPr marL="0" indent="0" algn="ctr">
              <a:buNone/>
              <a:defRPr sz="1400" b="1" i="0">
                <a:solidFill>
                  <a:schemeClr val="tx1"/>
                </a:solidFill>
                <a:latin typeface="Open Sans SemiBold" pitchFamily="2" charset="0"/>
                <a:ea typeface="Open Sans SemiBold" pitchFamily="2" charset="0"/>
                <a:cs typeface="Open Sans SemiBold" pitchFamily="2" charset="0"/>
              </a:defRPr>
            </a:lvl1pPr>
          </a:lstStyle>
          <a:p>
            <a:pPr lvl="0"/>
            <a:r>
              <a:rPr lang="en-US" dirty="0"/>
              <a:t>Name 7</a:t>
            </a:r>
          </a:p>
        </p:txBody>
      </p:sp>
      <p:sp>
        <p:nvSpPr>
          <p:cNvPr id="28" name="Role 7">
            <a:extLst>
              <a:ext uri="{FF2B5EF4-FFF2-40B4-BE49-F238E27FC236}">
                <a16:creationId xmlns:a16="http://schemas.microsoft.com/office/drawing/2014/main" id="{AF22DDCC-A55C-3859-59E5-94FFE0512979}"/>
              </a:ext>
            </a:extLst>
          </p:cNvPr>
          <p:cNvSpPr>
            <a:spLocks noGrp="1"/>
          </p:cNvSpPr>
          <p:nvPr>
            <p:ph type="body" sz="quarter" idx="65" hasCustomPrompt="1"/>
          </p:nvPr>
        </p:nvSpPr>
        <p:spPr>
          <a:xfrm>
            <a:off x="5945813" y="5246274"/>
            <a:ext cx="2346569" cy="251692"/>
          </a:xfrm>
          <a:prstGeom prst="rect">
            <a:avLst/>
          </a:prstGeom>
        </p:spPr>
        <p:txBody>
          <a:bodyPr>
            <a:noAutofit/>
          </a:bodyPr>
          <a:lstStyle>
            <a:lvl1pPr marL="0" indent="0" algn="ctr">
              <a:lnSpc>
                <a:spcPct val="120000"/>
              </a:lnSpc>
              <a:buNone/>
              <a:defRPr sz="1100" b="0" i="0">
                <a:solidFill>
                  <a:schemeClr val="tx1">
                    <a:lumMod val="75000"/>
                    <a:lumOff val="25000"/>
                  </a:schemeClr>
                </a:solidFill>
                <a:latin typeface="Open Sans SemiBold" pitchFamily="2" charset="0"/>
                <a:ea typeface="Open Sans SemiBold" pitchFamily="2" charset="0"/>
                <a:cs typeface="Open Sans SemiBold" pitchFamily="2" charset="0"/>
              </a:defRPr>
            </a:lvl1pPr>
            <a:lvl2pPr algn="ctr">
              <a:defRPr/>
            </a:lvl2pPr>
            <a:lvl3pPr algn="ctr">
              <a:defRPr/>
            </a:lvl3pPr>
            <a:lvl4pPr algn="ctr">
              <a:defRPr/>
            </a:lvl4pPr>
            <a:lvl5pPr algn="ctr">
              <a:defRPr/>
            </a:lvl5pPr>
          </a:lstStyle>
          <a:p>
            <a:pPr lvl="0"/>
            <a:r>
              <a:rPr lang="en-US" dirty="0"/>
              <a:t>Role 7</a:t>
            </a:r>
          </a:p>
        </p:txBody>
      </p:sp>
      <p:sp>
        <p:nvSpPr>
          <p:cNvPr id="29" name="Name 8">
            <a:extLst>
              <a:ext uri="{FF2B5EF4-FFF2-40B4-BE49-F238E27FC236}">
                <a16:creationId xmlns:a16="http://schemas.microsoft.com/office/drawing/2014/main" id="{3DA9E32A-877C-DF43-6030-0E9F0EA81987}"/>
              </a:ext>
            </a:extLst>
          </p:cNvPr>
          <p:cNvSpPr>
            <a:spLocks noGrp="1"/>
          </p:cNvSpPr>
          <p:nvPr>
            <p:ph type="body" sz="quarter" idx="68" hasCustomPrompt="1"/>
          </p:nvPr>
        </p:nvSpPr>
        <p:spPr>
          <a:xfrm>
            <a:off x="8593273" y="5034885"/>
            <a:ext cx="2334015" cy="233403"/>
          </a:xfrm>
          <a:prstGeom prst="rect">
            <a:avLst/>
          </a:prstGeom>
        </p:spPr>
        <p:txBody>
          <a:bodyPr>
            <a:noAutofit/>
          </a:bodyPr>
          <a:lstStyle>
            <a:lvl1pPr marL="0" indent="0" algn="ctr">
              <a:buNone/>
              <a:defRPr sz="1400" b="1" i="0">
                <a:solidFill>
                  <a:schemeClr val="tx1"/>
                </a:solidFill>
                <a:latin typeface="Open Sans SemiBold" pitchFamily="2" charset="0"/>
                <a:ea typeface="Open Sans SemiBold" pitchFamily="2" charset="0"/>
                <a:cs typeface="Open Sans SemiBold" pitchFamily="2" charset="0"/>
              </a:defRPr>
            </a:lvl1pPr>
          </a:lstStyle>
          <a:p>
            <a:pPr lvl="0"/>
            <a:r>
              <a:rPr lang="en-US" dirty="0"/>
              <a:t>Name 8</a:t>
            </a:r>
          </a:p>
        </p:txBody>
      </p:sp>
      <p:sp>
        <p:nvSpPr>
          <p:cNvPr id="30" name="Role 8">
            <a:extLst>
              <a:ext uri="{FF2B5EF4-FFF2-40B4-BE49-F238E27FC236}">
                <a16:creationId xmlns:a16="http://schemas.microsoft.com/office/drawing/2014/main" id="{03642949-FA71-2271-5FD2-8BE4D8228238}"/>
              </a:ext>
            </a:extLst>
          </p:cNvPr>
          <p:cNvSpPr>
            <a:spLocks noGrp="1"/>
          </p:cNvSpPr>
          <p:nvPr>
            <p:ph type="body" sz="quarter" idx="69" hasCustomPrompt="1"/>
          </p:nvPr>
        </p:nvSpPr>
        <p:spPr>
          <a:xfrm>
            <a:off x="8593273" y="5246274"/>
            <a:ext cx="2346569" cy="251692"/>
          </a:xfrm>
          <a:prstGeom prst="rect">
            <a:avLst/>
          </a:prstGeom>
        </p:spPr>
        <p:txBody>
          <a:bodyPr>
            <a:noAutofit/>
          </a:bodyPr>
          <a:lstStyle>
            <a:lvl1pPr marL="0" indent="0" algn="ctr">
              <a:lnSpc>
                <a:spcPct val="120000"/>
              </a:lnSpc>
              <a:buNone/>
              <a:defRPr sz="1100" b="0" i="0">
                <a:solidFill>
                  <a:schemeClr val="tx1">
                    <a:lumMod val="75000"/>
                    <a:lumOff val="25000"/>
                  </a:schemeClr>
                </a:solidFill>
                <a:latin typeface="Open Sans SemiBold" pitchFamily="2" charset="0"/>
                <a:ea typeface="Open Sans SemiBold" pitchFamily="2" charset="0"/>
                <a:cs typeface="Open Sans SemiBold" pitchFamily="2" charset="0"/>
              </a:defRPr>
            </a:lvl1pPr>
            <a:lvl2pPr algn="ctr">
              <a:defRPr/>
            </a:lvl2pPr>
            <a:lvl3pPr algn="ctr">
              <a:defRPr/>
            </a:lvl3pPr>
            <a:lvl4pPr algn="ctr">
              <a:defRPr/>
            </a:lvl4pPr>
            <a:lvl5pPr algn="ctr">
              <a:defRPr/>
            </a:lvl5pPr>
          </a:lstStyle>
          <a:p>
            <a:pPr lvl="0"/>
            <a:r>
              <a:rPr lang="en-US" dirty="0"/>
              <a:t>Role 8</a:t>
            </a:r>
          </a:p>
        </p:txBody>
      </p:sp>
      <p:sp>
        <p:nvSpPr>
          <p:cNvPr id="31" name="Picture Placeholder 13">
            <a:extLst>
              <a:ext uri="{FF2B5EF4-FFF2-40B4-BE49-F238E27FC236}">
                <a16:creationId xmlns:a16="http://schemas.microsoft.com/office/drawing/2014/main" id="{C48BCC89-41BB-0866-54C8-C43F27BDDBA1}"/>
              </a:ext>
            </a:extLst>
          </p:cNvPr>
          <p:cNvSpPr>
            <a:spLocks noGrp="1"/>
          </p:cNvSpPr>
          <p:nvPr>
            <p:ph type="pic" sz="quarter" idx="21" hasCustomPrompt="1"/>
          </p:nvPr>
        </p:nvSpPr>
        <p:spPr>
          <a:xfrm>
            <a:off x="1403416" y="1879541"/>
            <a:ext cx="836195" cy="836195"/>
          </a:xfrm>
          <a:prstGeom prst="rect">
            <a:avLst/>
          </a:prstGeom>
        </p:spPr>
        <p:txBody>
          <a:bodyPr/>
          <a:lstStyle>
            <a:lvl1pPr marL="0" indent="0">
              <a:buNone/>
              <a:defRPr sz="800"/>
            </a:lvl1pPr>
          </a:lstStyle>
          <a:p>
            <a:r>
              <a:rPr lang="en-US" dirty="0"/>
              <a:t>{{ </a:t>
            </a:r>
            <a:r>
              <a:rPr lang="en-US" dirty="0" err="1"/>
              <a:t>person_placeholder</a:t>
            </a:r>
            <a:r>
              <a:rPr lang="en-US" dirty="0"/>
              <a:t> }}</a:t>
            </a:r>
          </a:p>
        </p:txBody>
      </p:sp>
      <p:sp>
        <p:nvSpPr>
          <p:cNvPr id="32" name="Picture Placeholder 13">
            <a:extLst>
              <a:ext uri="{FF2B5EF4-FFF2-40B4-BE49-F238E27FC236}">
                <a16:creationId xmlns:a16="http://schemas.microsoft.com/office/drawing/2014/main" id="{4D3E4B01-B6B5-7311-521A-90999FBEBF52}"/>
              </a:ext>
            </a:extLst>
          </p:cNvPr>
          <p:cNvSpPr>
            <a:spLocks noGrp="1"/>
          </p:cNvSpPr>
          <p:nvPr>
            <p:ph type="pic" sz="quarter" idx="46" hasCustomPrompt="1"/>
          </p:nvPr>
        </p:nvSpPr>
        <p:spPr>
          <a:xfrm>
            <a:off x="4038322" y="1879541"/>
            <a:ext cx="836195" cy="836195"/>
          </a:xfrm>
          <a:prstGeom prst="rect">
            <a:avLst/>
          </a:prstGeom>
        </p:spPr>
        <p:txBody>
          <a:bodyPr/>
          <a:lstStyle>
            <a:lvl1pPr marL="0" indent="0">
              <a:buNone/>
              <a:defRPr sz="800"/>
            </a:lvl1pPr>
          </a:lstStyle>
          <a:p>
            <a:r>
              <a:rPr lang="en-US" dirty="0"/>
              <a:t>{{ </a:t>
            </a:r>
            <a:r>
              <a:rPr lang="en-US" dirty="0" err="1"/>
              <a:t>person_placeholder</a:t>
            </a:r>
            <a:r>
              <a:rPr lang="en-US" dirty="0"/>
              <a:t> }}</a:t>
            </a:r>
          </a:p>
        </p:txBody>
      </p:sp>
      <p:sp>
        <p:nvSpPr>
          <p:cNvPr id="33" name="Picture Placeholder 13">
            <a:extLst>
              <a:ext uri="{FF2B5EF4-FFF2-40B4-BE49-F238E27FC236}">
                <a16:creationId xmlns:a16="http://schemas.microsoft.com/office/drawing/2014/main" id="{B662BF7C-5531-F927-DB71-A9E8B07098F2}"/>
              </a:ext>
            </a:extLst>
          </p:cNvPr>
          <p:cNvSpPr>
            <a:spLocks noGrp="1"/>
          </p:cNvSpPr>
          <p:nvPr>
            <p:ph type="pic" sz="quarter" idx="50" hasCustomPrompt="1"/>
          </p:nvPr>
        </p:nvSpPr>
        <p:spPr>
          <a:xfrm>
            <a:off x="6673228" y="1879541"/>
            <a:ext cx="836195" cy="836195"/>
          </a:xfrm>
          <a:prstGeom prst="rect">
            <a:avLst/>
          </a:prstGeom>
        </p:spPr>
        <p:txBody>
          <a:bodyPr/>
          <a:lstStyle>
            <a:lvl1pPr marL="0" indent="0">
              <a:buNone/>
              <a:defRPr sz="800"/>
            </a:lvl1pPr>
          </a:lstStyle>
          <a:p>
            <a:r>
              <a:rPr lang="en-US" dirty="0"/>
              <a:t>{{ </a:t>
            </a:r>
            <a:r>
              <a:rPr lang="en-US" dirty="0" err="1"/>
              <a:t>person_placeholder</a:t>
            </a:r>
            <a:r>
              <a:rPr lang="en-US" dirty="0"/>
              <a:t> }}</a:t>
            </a:r>
          </a:p>
        </p:txBody>
      </p:sp>
      <p:sp>
        <p:nvSpPr>
          <p:cNvPr id="34" name="Picture Placeholder 13">
            <a:extLst>
              <a:ext uri="{FF2B5EF4-FFF2-40B4-BE49-F238E27FC236}">
                <a16:creationId xmlns:a16="http://schemas.microsoft.com/office/drawing/2014/main" id="{3C10490A-1178-26FE-8A40-58DB2C70345A}"/>
              </a:ext>
            </a:extLst>
          </p:cNvPr>
          <p:cNvSpPr>
            <a:spLocks noGrp="1"/>
          </p:cNvSpPr>
          <p:nvPr>
            <p:ph type="pic" sz="quarter" idx="54" hasCustomPrompt="1"/>
          </p:nvPr>
        </p:nvSpPr>
        <p:spPr>
          <a:xfrm>
            <a:off x="9320688" y="1879541"/>
            <a:ext cx="836195" cy="836195"/>
          </a:xfrm>
          <a:prstGeom prst="rect">
            <a:avLst/>
          </a:prstGeom>
        </p:spPr>
        <p:txBody>
          <a:bodyPr/>
          <a:lstStyle>
            <a:lvl1pPr marL="0" indent="0">
              <a:buNone/>
              <a:defRPr sz="800"/>
            </a:lvl1pPr>
          </a:lstStyle>
          <a:p>
            <a:r>
              <a:rPr lang="en-US" dirty="0"/>
              <a:t>{{ </a:t>
            </a:r>
            <a:r>
              <a:rPr lang="en-US" dirty="0" err="1"/>
              <a:t>person_placeholder</a:t>
            </a:r>
            <a:r>
              <a:rPr lang="en-US" dirty="0"/>
              <a:t> }}</a:t>
            </a:r>
          </a:p>
        </p:txBody>
      </p:sp>
      <p:sp>
        <p:nvSpPr>
          <p:cNvPr id="35" name="Picture Placeholder 13">
            <a:extLst>
              <a:ext uri="{FF2B5EF4-FFF2-40B4-BE49-F238E27FC236}">
                <a16:creationId xmlns:a16="http://schemas.microsoft.com/office/drawing/2014/main" id="{A186702C-D1FC-A800-C83E-48725C13243D}"/>
              </a:ext>
            </a:extLst>
          </p:cNvPr>
          <p:cNvSpPr>
            <a:spLocks noGrp="1"/>
          </p:cNvSpPr>
          <p:nvPr>
            <p:ph type="pic" sz="quarter" idx="58" hasCustomPrompt="1"/>
          </p:nvPr>
        </p:nvSpPr>
        <p:spPr>
          <a:xfrm>
            <a:off x="1415970" y="4079141"/>
            <a:ext cx="836195" cy="836195"/>
          </a:xfrm>
          <a:prstGeom prst="rect">
            <a:avLst/>
          </a:prstGeom>
        </p:spPr>
        <p:txBody>
          <a:bodyPr/>
          <a:lstStyle>
            <a:lvl1pPr marL="0" indent="0">
              <a:buNone/>
              <a:defRPr sz="800"/>
            </a:lvl1pPr>
          </a:lstStyle>
          <a:p>
            <a:r>
              <a:rPr lang="en-US" dirty="0"/>
              <a:t>{{ </a:t>
            </a:r>
            <a:r>
              <a:rPr lang="en-US" dirty="0" err="1"/>
              <a:t>person_placeholder</a:t>
            </a:r>
            <a:r>
              <a:rPr lang="en-US" dirty="0"/>
              <a:t> }}</a:t>
            </a:r>
          </a:p>
        </p:txBody>
      </p:sp>
      <p:sp>
        <p:nvSpPr>
          <p:cNvPr id="36" name="Picture Placeholder 13">
            <a:extLst>
              <a:ext uri="{FF2B5EF4-FFF2-40B4-BE49-F238E27FC236}">
                <a16:creationId xmlns:a16="http://schemas.microsoft.com/office/drawing/2014/main" id="{29865522-DD36-8629-00C5-FD9FDE08FA10}"/>
              </a:ext>
            </a:extLst>
          </p:cNvPr>
          <p:cNvSpPr>
            <a:spLocks noGrp="1"/>
          </p:cNvSpPr>
          <p:nvPr>
            <p:ph type="pic" sz="quarter" idx="62" hasCustomPrompt="1"/>
          </p:nvPr>
        </p:nvSpPr>
        <p:spPr>
          <a:xfrm>
            <a:off x="4050876" y="4079141"/>
            <a:ext cx="836195" cy="836195"/>
          </a:xfrm>
          <a:prstGeom prst="rect">
            <a:avLst/>
          </a:prstGeom>
        </p:spPr>
        <p:txBody>
          <a:bodyPr/>
          <a:lstStyle>
            <a:lvl1pPr marL="0" indent="0">
              <a:buNone/>
              <a:defRPr sz="800"/>
            </a:lvl1pPr>
          </a:lstStyle>
          <a:p>
            <a:r>
              <a:rPr lang="en-US" dirty="0"/>
              <a:t>{{ </a:t>
            </a:r>
            <a:r>
              <a:rPr lang="en-US" dirty="0" err="1"/>
              <a:t>person_placeholder</a:t>
            </a:r>
            <a:r>
              <a:rPr lang="en-US" dirty="0"/>
              <a:t> }}</a:t>
            </a:r>
          </a:p>
        </p:txBody>
      </p:sp>
      <p:sp>
        <p:nvSpPr>
          <p:cNvPr id="37" name="Picture Placeholder 13">
            <a:extLst>
              <a:ext uri="{FF2B5EF4-FFF2-40B4-BE49-F238E27FC236}">
                <a16:creationId xmlns:a16="http://schemas.microsoft.com/office/drawing/2014/main" id="{0227ABB3-17DB-3529-E93B-A26CB799C0BF}"/>
              </a:ext>
            </a:extLst>
          </p:cNvPr>
          <p:cNvSpPr>
            <a:spLocks noGrp="1"/>
          </p:cNvSpPr>
          <p:nvPr>
            <p:ph type="pic" sz="quarter" idx="66" hasCustomPrompt="1"/>
          </p:nvPr>
        </p:nvSpPr>
        <p:spPr>
          <a:xfrm>
            <a:off x="6685782" y="4079141"/>
            <a:ext cx="836195" cy="836195"/>
          </a:xfrm>
          <a:prstGeom prst="rect">
            <a:avLst/>
          </a:prstGeom>
        </p:spPr>
        <p:txBody>
          <a:bodyPr/>
          <a:lstStyle>
            <a:lvl1pPr marL="0" indent="0">
              <a:buNone/>
              <a:defRPr sz="800"/>
            </a:lvl1pPr>
          </a:lstStyle>
          <a:p>
            <a:r>
              <a:rPr lang="en-US" dirty="0"/>
              <a:t>{{ </a:t>
            </a:r>
            <a:r>
              <a:rPr lang="en-US" dirty="0" err="1"/>
              <a:t>person_placeholder</a:t>
            </a:r>
            <a:r>
              <a:rPr lang="en-US" dirty="0"/>
              <a:t> }}</a:t>
            </a:r>
          </a:p>
        </p:txBody>
      </p:sp>
      <p:sp>
        <p:nvSpPr>
          <p:cNvPr id="38" name="Picture Placeholder 13">
            <a:extLst>
              <a:ext uri="{FF2B5EF4-FFF2-40B4-BE49-F238E27FC236}">
                <a16:creationId xmlns:a16="http://schemas.microsoft.com/office/drawing/2014/main" id="{34384497-1894-AB91-3C84-6CBBF5BE73C1}"/>
              </a:ext>
            </a:extLst>
          </p:cNvPr>
          <p:cNvSpPr>
            <a:spLocks noGrp="1"/>
          </p:cNvSpPr>
          <p:nvPr>
            <p:ph type="pic" sz="quarter" idx="70" hasCustomPrompt="1"/>
          </p:nvPr>
        </p:nvSpPr>
        <p:spPr>
          <a:xfrm>
            <a:off x="9333242" y="4079141"/>
            <a:ext cx="836195" cy="836195"/>
          </a:xfrm>
          <a:prstGeom prst="rect">
            <a:avLst/>
          </a:prstGeom>
        </p:spPr>
        <p:txBody>
          <a:bodyPr/>
          <a:lstStyle>
            <a:lvl1pPr marL="0" indent="0">
              <a:buNone/>
              <a:defRPr sz="800"/>
            </a:lvl1pPr>
          </a:lstStyle>
          <a:p>
            <a:r>
              <a:rPr lang="en-US" dirty="0"/>
              <a:t>{{ </a:t>
            </a:r>
            <a:r>
              <a:rPr lang="en-US" dirty="0" err="1"/>
              <a:t>person_placeholder</a:t>
            </a:r>
            <a:r>
              <a:rPr lang="en-US" dirty="0"/>
              <a:t> }}</a:t>
            </a:r>
          </a:p>
        </p:txBody>
      </p:sp>
      <p:sp>
        <p:nvSpPr>
          <p:cNvPr id="2" name="Slide Subtitle">
            <a:extLst>
              <a:ext uri="{FF2B5EF4-FFF2-40B4-BE49-F238E27FC236}">
                <a16:creationId xmlns:a16="http://schemas.microsoft.com/office/drawing/2014/main" id="{C70AA7FD-0081-4423-D0BD-7041CDFA482A}"/>
              </a:ext>
            </a:extLst>
          </p:cNvPr>
          <p:cNvSpPr>
            <a:spLocks noGrp="1"/>
          </p:cNvSpPr>
          <p:nvPr>
            <p:ph type="body" sz="quarter" idx="30" hasCustomPrompt="1"/>
          </p:nvPr>
        </p:nvSpPr>
        <p:spPr>
          <a:xfrm>
            <a:off x="457200" y="685800"/>
            <a:ext cx="11274552" cy="758952"/>
          </a:xfrm>
        </p:spPr>
        <p:txBody>
          <a:bodyPr>
            <a:normAutofit/>
          </a:bodyPr>
          <a:lstStyle>
            <a:lvl1pPr marL="0" indent="0">
              <a:lnSpc>
                <a:spcPct val="100000"/>
              </a:lnSpc>
              <a:buNone/>
              <a:defRPr sz="1600" b="0" i="0">
                <a:solidFill>
                  <a:srgbClr val="53565A"/>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Slide Subtitle</a:t>
            </a:r>
          </a:p>
        </p:txBody>
      </p:sp>
      <p:sp>
        <p:nvSpPr>
          <p:cNvPr id="6" name="Slide Title">
            <a:extLst>
              <a:ext uri="{FF2B5EF4-FFF2-40B4-BE49-F238E27FC236}">
                <a16:creationId xmlns:a16="http://schemas.microsoft.com/office/drawing/2014/main" id="{338F1904-43C9-C4E6-1444-E40045C298FF}"/>
              </a:ext>
            </a:extLst>
          </p:cNvPr>
          <p:cNvSpPr>
            <a:spLocks noGrp="1"/>
          </p:cNvSpPr>
          <p:nvPr>
            <p:ph type="body" sz="quarter" idx="10" hasCustomPrompt="1"/>
          </p:nvPr>
        </p:nvSpPr>
        <p:spPr>
          <a:xfrm>
            <a:off x="457200" y="347472"/>
            <a:ext cx="11274552" cy="338328"/>
          </a:xfrm>
        </p:spPr>
        <p:txBody>
          <a:bodyPr anchor="ctr">
            <a:normAutofit/>
          </a:bodyPr>
          <a:lstStyle>
            <a:lvl1pPr marL="0" indent="0">
              <a:lnSpc>
                <a:spcPct val="100000"/>
              </a:lnSpc>
              <a:buNone/>
              <a:defRPr sz="21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Slide Title</a:t>
            </a:r>
          </a:p>
        </p:txBody>
      </p:sp>
    </p:spTree>
    <p:extLst>
      <p:ext uri="{BB962C8B-B14F-4D97-AF65-F5344CB8AC3E}">
        <p14:creationId xmlns:p14="http://schemas.microsoft.com/office/powerpoint/2010/main" val="36297921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_column_comparison_slide">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AE1E25C5-455A-F9D7-FACF-AAF7A65BB613}"/>
              </a:ext>
            </a:extLst>
          </p:cNvPr>
          <p:cNvGrpSpPr/>
          <p:nvPr userDrawn="1"/>
        </p:nvGrpSpPr>
        <p:grpSpPr>
          <a:xfrm>
            <a:off x="6615407" y="2737369"/>
            <a:ext cx="2466379" cy="540879"/>
            <a:chOff x="7268185" y="1710465"/>
            <a:chExt cx="1918846" cy="484095"/>
          </a:xfrm>
          <a:solidFill>
            <a:srgbClr val="86BD24"/>
          </a:solidFill>
        </p:grpSpPr>
        <p:sp>
          <p:nvSpPr>
            <p:cNvPr id="9" name="Flowchart: Delay 5">
              <a:extLst>
                <a:ext uri="{FF2B5EF4-FFF2-40B4-BE49-F238E27FC236}">
                  <a16:creationId xmlns:a16="http://schemas.microsoft.com/office/drawing/2014/main" id="{8E591562-63AC-2049-CCAB-532A8A8A56AA}"/>
                </a:ext>
              </a:extLst>
            </p:cNvPr>
            <p:cNvSpPr/>
            <p:nvPr/>
          </p:nvSpPr>
          <p:spPr bwMode="gray">
            <a:xfrm flipH="1">
              <a:off x="7268185" y="1710465"/>
              <a:ext cx="494852" cy="484094"/>
            </a:xfrm>
            <a:prstGeom prst="flowChartDelay">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dirty="0">
                <a:ln>
                  <a:noFill/>
                </a:ln>
                <a:solidFill>
                  <a:prstClr val="white"/>
                </a:solidFill>
                <a:effectLst/>
                <a:uLnTx/>
                <a:uFillTx/>
                <a:latin typeface="Open Sans"/>
                <a:ea typeface="+mn-ea"/>
                <a:cs typeface="Calibri"/>
                <a:sym typeface="Open Sans"/>
              </a:endParaRPr>
            </a:p>
          </p:txBody>
        </p:sp>
        <p:sp>
          <p:nvSpPr>
            <p:cNvPr id="10" name="Rectangle 9">
              <a:extLst>
                <a:ext uri="{FF2B5EF4-FFF2-40B4-BE49-F238E27FC236}">
                  <a16:creationId xmlns:a16="http://schemas.microsoft.com/office/drawing/2014/main" id="{CA6FAC24-6CF8-CF2C-D343-07F1AA60D6B3}"/>
                </a:ext>
              </a:extLst>
            </p:cNvPr>
            <p:cNvSpPr/>
            <p:nvPr/>
          </p:nvSpPr>
          <p:spPr bwMode="gray">
            <a:xfrm>
              <a:off x="7756264" y="1710466"/>
              <a:ext cx="1430767" cy="484094"/>
            </a:xfrm>
            <a:prstGeom prst="rect">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white"/>
                </a:solidFill>
                <a:effectLst/>
                <a:uLnTx/>
                <a:uFillTx/>
                <a:latin typeface="Open Sans"/>
                <a:ea typeface="+mn-ea"/>
                <a:cs typeface="Calibri"/>
                <a:sym typeface="Open Sans"/>
              </a:endParaRPr>
            </a:p>
          </p:txBody>
        </p:sp>
      </p:grpSp>
      <p:grpSp>
        <p:nvGrpSpPr>
          <p:cNvPr id="11" name="Group 10">
            <a:extLst>
              <a:ext uri="{FF2B5EF4-FFF2-40B4-BE49-F238E27FC236}">
                <a16:creationId xmlns:a16="http://schemas.microsoft.com/office/drawing/2014/main" id="{0735B93B-9658-C4DD-61C9-2E7A7F67AA08}"/>
              </a:ext>
            </a:extLst>
          </p:cNvPr>
          <p:cNvGrpSpPr/>
          <p:nvPr userDrawn="1"/>
        </p:nvGrpSpPr>
        <p:grpSpPr>
          <a:xfrm>
            <a:off x="9076344" y="2735260"/>
            <a:ext cx="2466379" cy="540878"/>
            <a:chOff x="9170894" y="1710466"/>
            <a:chExt cx="1909482" cy="484094"/>
          </a:xfrm>
          <a:solidFill>
            <a:srgbClr val="25890C"/>
          </a:solidFill>
        </p:grpSpPr>
        <p:sp>
          <p:nvSpPr>
            <p:cNvPr id="12" name="Flowchart: Delay 8">
              <a:extLst>
                <a:ext uri="{FF2B5EF4-FFF2-40B4-BE49-F238E27FC236}">
                  <a16:creationId xmlns:a16="http://schemas.microsoft.com/office/drawing/2014/main" id="{04FC996F-ACB6-5BD7-0C17-D4B81DB1A4A1}"/>
                </a:ext>
              </a:extLst>
            </p:cNvPr>
            <p:cNvSpPr/>
            <p:nvPr/>
          </p:nvSpPr>
          <p:spPr bwMode="gray">
            <a:xfrm>
              <a:off x="10585524" y="1710466"/>
              <a:ext cx="494852" cy="484094"/>
            </a:xfrm>
            <a:prstGeom prst="flowChartDelay">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black"/>
                </a:solidFill>
                <a:effectLst/>
                <a:uLnTx/>
                <a:uFillTx/>
                <a:latin typeface="Open Sans"/>
                <a:ea typeface="+mn-ea"/>
                <a:cs typeface="Calibri"/>
                <a:sym typeface="Open Sans"/>
              </a:endParaRPr>
            </a:p>
          </p:txBody>
        </p:sp>
        <p:sp>
          <p:nvSpPr>
            <p:cNvPr id="13" name="Rectangle 12">
              <a:extLst>
                <a:ext uri="{FF2B5EF4-FFF2-40B4-BE49-F238E27FC236}">
                  <a16:creationId xmlns:a16="http://schemas.microsoft.com/office/drawing/2014/main" id="{0D453DAF-2364-D475-4DDC-564FC51016CD}"/>
                </a:ext>
              </a:extLst>
            </p:cNvPr>
            <p:cNvSpPr/>
            <p:nvPr/>
          </p:nvSpPr>
          <p:spPr bwMode="gray">
            <a:xfrm>
              <a:off x="9170894" y="1710466"/>
              <a:ext cx="1430767" cy="484094"/>
            </a:xfrm>
            <a:prstGeom prst="rect">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black"/>
                </a:solidFill>
                <a:effectLst/>
                <a:uLnTx/>
                <a:uFillTx/>
                <a:latin typeface="Open Sans"/>
                <a:ea typeface="+mn-ea"/>
                <a:cs typeface="Calibri"/>
                <a:sym typeface="Open Sans"/>
              </a:endParaRPr>
            </a:p>
          </p:txBody>
        </p:sp>
      </p:grpSp>
      <p:cxnSp>
        <p:nvCxnSpPr>
          <p:cNvPr id="14" name="Straight Connector 13">
            <a:extLst>
              <a:ext uri="{FF2B5EF4-FFF2-40B4-BE49-F238E27FC236}">
                <a16:creationId xmlns:a16="http://schemas.microsoft.com/office/drawing/2014/main" id="{01AF5E06-2E60-B073-775C-20CBED593577}"/>
              </a:ext>
            </a:extLst>
          </p:cNvPr>
          <p:cNvCxnSpPr>
            <a:cxnSpLocks/>
          </p:cNvCxnSpPr>
          <p:nvPr userDrawn="1"/>
        </p:nvCxnSpPr>
        <p:spPr>
          <a:xfrm>
            <a:off x="547624" y="2614594"/>
            <a:ext cx="3205252"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6AF745D-86B3-BEEC-EAE6-9AF0751C68F8}"/>
              </a:ext>
            </a:extLst>
          </p:cNvPr>
          <p:cNvCxnSpPr>
            <a:cxnSpLocks/>
          </p:cNvCxnSpPr>
          <p:nvPr userDrawn="1"/>
        </p:nvCxnSpPr>
        <p:spPr>
          <a:xfrm>
            <a:off x="547624" y="5969614"/>
            <a:ext cx="3205252"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5E08E37D-D7F8-76C6-808D-8C7D3F5271C7}"/>
              </a:ext>
            </a:extLst>
          </p:cNvPr>
          <p:cNvGrpSpPr/>
          <p:nvPr userDrawn="1"/>
        </p:nvGrpSpPr>
        <p:grpSpPr>
          <a:xfrm>
            <a:off x="6624737" y="3586457"/>
            <a:ext cx="2466379" cy="540878"/>
            <a:chOff x="7268185" y="1710466"/>
            <a:chExt cx="1918846" cy="484094"/>
          </a:xfrm>
          <a:solidFill>
            <a:srgbClr val="86BD24"/>
          </a:solidFill>
        </p:grpSpPr>
        <p:sp>
          <p:nvSpPr>
            <p:cNvPr id="17" name="Flowchart: Delay 5">
              <a:extLst>
                <a:ext uri="{FF2B5EF4-FFF2-40B4-BE49-F238E27FC236}">
                  <a16:creationId xmlns:a16="http://schemas.microsoft.com/office/drawing/2014/main" id="{D1F760C3-4A0A-D6FF-82B4-A13ED74015B8}"/>
                </a:ext>
              </a:extLst>
            </p:cNvPr>
            <p:cNvSpPr/>
            <p:nvPr/>
          </p:nvSpPr>
          <p:spPr bwMode="gray">
            <a:xfrm flipH="1">
              <a:off x="7268185" y="1710466"/>
              <a:ext cx="494852" cy="484094"/>
            </a:xfrm>
            <a:prstGeom prst="flowChartDelay">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white"/>
                </a:solidFill>
                <a:effectLst/>
                <a:uLnTx/>
                <a:uFillTx/>
                <a:latin typeface="Open Sans"/>
                <a:ea typeface="+mn-ea"/>
                <a:cs typeface="Calibri"/>
                <a:sym typeface="Open Sans"/>
              </a:endParaRPr>
            </a:p>
          </p:txBody>
        </p:sp>
        <p:sp>
          <p:nvSpPr>
            <p:cNvPr id="18" name="Rectangle 17">
              <a:extLst>
                <a:ext uri="{FF2B5EF4-FFF2-40B4-BE49-F238E27FC236}">
                  <a16:creationId xmlns:a16="http://schemas.microsoft.com/office/drawing/2014/main" id="{93866084-CF64-430D-C8F9-64DA31B0595B}"/>
                </a:ext>
              </a:extLst>
            </p:cNvPr>
            <p:cNvSpPr/>
            <p:nvPr/>
          </p:nvSpPr>
          <p:spPr bwMode="gray">
            <a:xfrm>
              <a:off x="7756264" y="1710466"/>
              <a:ext cx="1430767" cy="484094"/>
            </a:xfrm>
            <a:prstGeom prst="rect">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white"/>
                </a:solidFill>
                <a:effectLst/>
                <a:uLnTx/>
                <a:uFillTx/>
                <a:latin typeface="Open Sans"/>
                <a:ea typeface="+mn-ea"/>
                <a:cs typeface="Calibri"/>
                <a:sym typeface="Open Sans"/>
              </a:endParaRPr>
            </a:p>
          </p:txBody>
        </p:sp>
      </p:grpSp>
      <p:grpSp>
        <p:nvGrpSpPr>
          <p:cNvPr id="19" name="Group 18">
            <a:extLst>
              <a:ext uri="{FF2B5EF4-FFF2-40B4-BE49-F238E27FC236}">
                <a16:creationId xmlns:a16="http://schemas.microsoft.com/office/drawing/2014/main" id="{FF86B597-AACF-4189-30AD-EAB0FD5B1F40}"/>
              </a:ext>
            </a:extLst>
          </p:cNvPr>
          <p:cNvGrpSpPr/>
          <p:nvPr userDrawn="1"/>
        </p:nvGrpSpPr>
        <p:grpSpPr>
          <a:xfrm>
            <a:off x="9085674" y="3584346"/>
            <a:ext cx="2466379" cy="540878"/>
            <a:chOff x="9170894" y="1710466"/>
            <a:chExt cx="1909482" cy="484094"/>
          </a:xfrm>
          <a:solidFill>
            <a:srgbClr val="25890C"/>
          </a:solidFill>
        </p:grpSpPr>
        <p:sp>
          <p:nvSpPr>
            <p:cNvPr id="20" name="Flowchart: Delay 8">
              <a:extLst>
                <a:ext uri="{FF2B5EF4-FFF2-40B4-BE49-F238E27FC236}">
                  <a16:creationId xmlns:a16="http://schemas.microsoft.com/office/drawing/2014/main" id="{799BD9A2-C227-F951-DB26-D0C4E205344F}"/>
                </a:ext>
              </a:extLst>
            </p:cNvPr>
            <p:cNvSpPr/>
            <p:nvPr/>
          </p:nvSpPr>
          <p:spPr bwMode="gray">
            <a:xfrm>
              <a:off x="10585524" y="1710466"/>
              <a:ext cx="494852" cy="484094"/>
            </a:xfrm>
            <a:prstGeom prst="flowChartDelay">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black"/>
                </a:solidFill>
                <a:effectLst/>
                <a:uLnTx/>
                <a:uFillTx/>
                <a:latin typeface="Open Sans"/>
                <a:ea typeface="+mn-ea"/>
                <a:cs typeface="Calibri"/>
                <a:sym typeface="Open Sans"/>
              </a:endParaRPr>
            </a:p>
          </p:txBody>
        </p:sp>
        <p:sp>
          <p:nvSpPr>
            <p:cNvPr id="21" name="Rectangle 20">
              <a:extLst>
                <a:ext uri="{FF2B5EF4-FFF2-40B4-BE49-F238E27FC236}">
                  <a16:creationId xmlns:a16="http://schemas.microsoft.com/office/drawing/2014/main" id="{0E50F730-9511-C595-DF56-8E2BA326D9C8}"/>
                </a:ext>
              </a:extLst>
            </p:cNvPr>
            <p:cNvSpPr/>
            <p:nvPr/>
          </p:nvSpPr>
          <p:spPr bwMode="gray">
            <a:xfrm>
              <a:off x="9170894" y="1710466"/>
              <a:ext cx="1430767" cy="484094"/>
            </a:xfrm>
            <a:prstGeom prst="rect">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black"/>
                </a:solidFill>
                <a:effectLst/>
                <a:uLnTx/>
                <a:uFillTx/>
                <a:latin typeface="Open Sans"/>
                <a:ea typeface="+mn-ea"/>
                <a:cs typeface="Calibri"/>
                <a:sym typeface="Open Sans"/>
              </a:endParaRPr>
            </a:p>
          </p:txBody>
        </p:sp>
      </p:grpSp>
      <p:grpSp>
        <p:nvGrpSpPr>
          <p:cNvPr id="22" name="Group 21">
            <a:extLst>
              <a:ext uri="{FF2B5EF4-FFF2-40B4-BE49-F238E27FC236}">
                <a16:creationId xmlns:a16="http://schemas.microsoft.com/office/drawing/2014/main" id="{3C9CAE3B-D3D9-BF45-BFD3-569947474F83}"/>
              </a:ext>
            </a:extLst>
          </p:cNvPr>
          <p:cNvGrpSpPr/>
          <p:nvPr userDrawn="1"/>
        </p:nvGrpSpPr>
        <p:grpSpPr>
          <a:xfrm>
            <a:off x="6624737" y="4472865"/>
            <a:ext cx="2466379" cy="540878"/>
            <a:chOff x="7268185" y="1710466"/>
            <a:chExt cx="1918846" cy="484094"/>
          </a:xfrm>
          <a:solidFill>
            <a:srgbClr val="86BD24"/>
          </a:solidFill>
        </p:grpSpPr>
        <p:sp>
          <p:nvSpPr>
            <p:cNvPr id="23" name="Flowchart: Delay 5">
              <a:extLst>
                <a:ext uri="{FF2B5EF4-FFF2-40B4-BE49-F238E27FC236}">
                  <a16:creationId xmlns:a16="http://schemas.microsoft.com/office/drawing/2014/main" id="{09F66C42-6DD6-7A93-BB93-BB5909D33BCF}"/>
                </a:ext>
              </a:extLst>
            </p:cNvPr>
            <p:cNvSpPr/>
            <p:nvPr/>
          </p:nvSpPr>
          <p:spPr bwMode="gray">
            <a:xfrm flipH="1">
              <a:off x="7268185" y="1710466"/>
              <a:ext cx="494852" cy="484094"/>
            </a:xfrm>
            <a:prstGeom prst="flowChartDelay">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white"/>
                </a:solidFill>
                <a:effectLst/>
                <a:uLnTx/>
                <a:uFillTx/>
                <a:latin typeface="Open Sans"/>
                <a:ea typeface="+mn-ea"/>
                <a:cs typeface="Calibri"/>
                <a:sym typeface="Open Sans"/>
              </a:endParaRPr>
            </a:p>
          </p:txBody>
        </p:sp>
        <p:sp>
          <p:nvSpPr>
            <p:cNvPr id="24" name="Rectangle 23">
              <a:extLst>
                <a:ext uri="{FF2B5EF4-FFF2-40B4-BE49-F238E27FC236}">
                  <a16:creationId xmlns:a16="http://schemas.microsoft.com/office/drawing/2014/main" id="{61BAF3FF-99B5-1215-96BE-9762F727E708}"/>
                </a:ext>
              </a:extLst>
            </p:cNvPr>
            <p:cNvSpPr/>
            <p:nvPr/>
          </p:nvSpPr>
          <p:spPr bwMode="gray">
            <a:xfrm>
              <a:off x="7756264" y="1710466"/>
              <a:ext cx="1430767" cy="484094"/>
            </a:xfrm>
            <a:prstGeom prst="rect">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white"/>
                </a:solidFill>
                <a:effectLst/>
                <a:uLnTx/>
                <a:uFillTx/>
                <a:latin typeface="Open Sans"/>
                <a:ea typeface="+mn-ea"/>
                <a:cs typeface="Calibri"/>
                <a:sym typeface="Open Sans"/>
              </a:endParaRPr>
            </a:p>
          </p:txBody>
        </p:sp>
      </p:grpSp>
      <p:grpSp>
        <p:nvGrpSpPr>
          <p:cNvPr id="25" name="Group 24">
            <a:extLst>
              <a:ext uri="{FF2B5EF4-FFF2-40B4-BE49-F238E27FC236}">
                <a16:creationId xmlns:a16="http://schemas.microsoft.com/office/drawing/2014/main" id="{77D05756-EEB4-8B10-AD8E-1FBB7961AAB1}"/>
              </a:ext>
            </a:extLst>
          </p:cNvPr>
          <p:cNvGrpSpPr/>
          <p:nvPr userDrawn="1"/>
        </p:nvGrpSpPr>
        <p:grpSpPr>
          <a:xfrm>
            <a:off x="9085674" y="4470754"/>
            <a:ext cx="2466379" cy="540878"/>
            <a:chOff x="9170894" y="1710466"/>
            <a:chExt cx="1909482" cy="484094"/>
          </a:xfrm>
          <a:solidFill>
            <a:srgbClr val="25890C"/>
          </a:solidFill>
        </p:grpSpPr>
        <p:sp>
          <p:nvSpPr>
            <p:cNvPr id="26" name="Flowchart: Delay 8">
              <a:extLst>
                <a:ext uri="{FF2B5EF4-FFF2-40B4-BE49-F238E27FC236}">
                  <a16:creationId xmlns:a16="http://schemas.microsoft.com/office/drawing/2014/main" id="{773690FE-22D2-BBB2-5CF5-79EC6504BDA5}"/>
                </a:ext>
              </a:extLst>
            </p:cNvPr>
            <p:cNvSpPr/>
            <p:nvPr/>
          </p:nvSpPr>
          <p:spPr bwMode="gray">
            <a:xfrm>
              <a:off x="10585524" y="1710466"/>
              <a:ext cx="494852" cy="484094"/>
            </a:xfrm>
            <a:prstGeom prst="flowChartDelay">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black"/>
                </a:solidFill>
                <a:effectLst/>
                <a:uLnTx/>
                <a:uFillTx/>
                <a:latin typeface="Open Sans"/>
                <a:ea typeface="+mn-ea"/>
                <a:cs typeface="Calibri"/>
                <a:sym typeface="Open Sans"/>
              </a:endParaRPr>
            </a:p>
          </p:txBody>
        </p:sp>
        <p:sp>
          <p:nvSpPr>
            <p:cNvPr id="27" name="Rectangle 26">
              <a:extLst>
                <a:ext uri="{FF2B5EF4-FFF2-40B4-BE49-F238E27FC236}">
                  <a16:creationId xmlns:a16="http://schemas.microsoft.com/office/drawing/2014/main" id="{BF03D989-FE23-9665-FCFD-CDCE78050D07}"/>
                </a:ext>
              </a:extLst>
            </p:cNvPr>
            <p:cNvSpPr/>
            <p:nvPr/>
          </p:nvSpPr>
          <p:spPr bwMode="gray">
            <a:xfrm>
              <a:off x="9170894" y="1710466"/>
              <a:ext cx="1430767" cy="484094"/>
            </a:xfrm>
            <a:prstGeom prst="rect">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black"/>
                </a:solidFill>
                <a:effectLst/>
                <a:uLnTx/>
                <a:uFillTx/>
                <a:latin typeface="Open Sans"/>
                <a:ea typeface="+mn-ea"/>
                <a:cs typeface="Calibri"/>
                <a:sym typeface="Open Sans"/>
              </a:endParaRPr>
            </a:p>
          </p:txBody>
        </p:sp>
      </p:grpSp>
      <p:grpSp>
        <p:nvGrpSpPr>
          <p:cNvPr id="28" name="Group 27">
            <a:extLst>
              <a:ext uri="{FF2B5EF4-FFF2-40B4-BE49-F238E27FC236}">
                <a16:creationId xmlns:a16="http://schemas.microsoft.com/office/drawing/2014/main" id="{CAF10926-D0AE-B1A1-E926-B08DF31ADE35}"/>
              </a:ext>
            </a:extLst>
          </p:cNvPr>
          <p:cNvGrpSpPr/>
          <p:nvPr userDrawn="1"/>
        </p:nvGrpSpPr>
        <p:grpSpPr>
          <a:xfrm>
            <a:off x="6624737" y="5349942"/>
            <a:ext cx="2466379" cy="540878"/>
            <a:chOff x="7268185" y="1710466"/>
            <a:chExt cx="1918846" cy="484094"/>
          </a:xfrm>
          <a:solidFill>
            <a:srgbClr val="86BD24"/>
          </a:solidFill>
        </p:grpSpPr>
        <p:sp>
          <p:nvSpPr>
            <p:cNvPr id="29" name="Flowchart: Delay 5">
              <a:extLst>
                <a:ext uri="{FF2B5EF4-FFF2-40B4-BE49-F238E27FC236}">
                  <a16:creationId xmlns:a16="http://schemas.microsoft.com/office/drawing/2014/main" id="{B795E855-F55B-0472-06C5-F636B4BB7B40}"/>
                </a:ext>
              </a:extLst>
            </p:cNvPr>
            <p:cNvSpPr/>
            <p:nvPr/>
          </p:nvSpPr>
          <p:spPr bwMode="gray">
            <a:xfrm flipH="1">
              <a:off x="7268185" y="1710466"/>
              <a:ext cx="494852" cy="484094"/>
            </a:xfrm>
            <a:prstGeom prst="flowChartDelay">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white"/>
                </a:solidFill>
                <a:effectLst/>
                <a:uLnTx/>
                <a:uFillTx/>
                <a:latin typeface="Open Sans"/>
                <a:ea typeface="+mn-ea"/>
                <a:cs typeface="Calibri"/>
                <a:sym typeface="Open Sans"/>
              </a:endParaRPr>
            </a:p>
          </p:txBody>
        </p:sp>
        <p:sp>
          <p:nvSpPr>
            <p:cNvPr id="30" name="Rectangle 29">
              <a:extLst>
                <a:ext uri="{FF2B5EF4-FFF2-40B4-BE49-F238E27FC236}">
                  <a16:creationId xmlns:a16="http://schemas.microsoft.com/office/drawing/2014/main" id="{23F79528-428C-3007-DCCE-22ED71D94C4B}"/>
                </a:ext>
              </a:extLst>
            </p:cNvPr>
            <p:cNvSpPr/>
            <p:nvPr/>
          </p:nvSpPr>
          <p:spPr bwMode="gray">
            <a:xfrm>
              <a:off x="7756264" y="1710466"/>
              <a:ext cx="1430767" cy="484094"/>
            </a:xfrm>
            <a:prstGeom prst="rect">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white"/>
                </a:solidFill>
                <a:effectLst/>
                <a:uLnTx/>
                <a:uFillTx/>
                <a:latin typeface="Open Sans"/>
                <a:ea typeface="+mn-ea"/>
                <a:cs typeface="Calibri"/>
                <a:sym typeface="Open Sans"/>
              </a:endParaRPr>
            </a:p>
          </p:txBody>
        </p:sp>
      </p:grpSp>
      <p:grpSp>
        <p:nvGrpSpPr>
          <p:cNvPr id="31" name="Group 30">
            <a:extLst>
              <a:ext uri="{FF2B5EF4-FFF2-40B4-BE49-F238E27FC236}">
                <a16:creationId xmlns:a16="http://schemas.microsoft.com/office/drawing/2014/main" id="{2C691908-2BD3-554C-59FA-836A164B8166}"/>
              </a:ext>
            </a:extLst>
          </p:cNvPr>
          <p:cNvGrpSpPr/>
          <p:nvPr userDrawn="1"/>
        </p:nvGrpSpPr>
        <p:grpSpPr>
          <a:xfrm>
            <a:off x="9085674" y="5347831"/>
            <a:ext cx="2466379" cy="540878"/>
            <a:chOff x="9170894" y="1710466"/>
            <a:chExt cx="1909482" cy="484094"/>
          </a:xfrm>
          <a:solidFill>
            <a:srgbClr val="25890C"/>
          </a:solidFill>
        </p:grpSpPr>
        <p:sp>
          <p:nvSpPr>
            <p:cNvPr id="32" name="Flowchart: Delay 8">
              <a:extLst>
                <a:ext uri="{FF2B5EF4-FFF2-40B4-BE49-F238E27FC236}">
                  <a16:creationId xmlns:a16="http://schemas.microsoft.com/office/drawing/2014/main" id="{E0FA524E-D061-4307-9568-B808E823A4A2}"/>
                </a:ext>
              </a:extLst>
            </p:cNvPr>
            <p:cNvSpPr/>
            <p:nvPr/>
          </p:nvSpPr>
          <p:spPr bwMode="gray">
            <a:xfrm>
              <a:off x="10585524" y="1710466"/>
              <a:ext cx="494852" cy="484094"/>
            </a:xfrm>
            <a:prstGeom prst="flowChartDelay">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black"/>
                </a:solidFill>
                <a:effectLst/>
                <a:uLnTx/>
                <a:uFillTx/>
                <a:latin typeface="Open Sans"/>
                <a:ea typeface="+mn-ea"/>
                <a:cs typeface="Calibri"/>
                <a:sym typeface="Open Sans"/>
              </a:endParaRPr>
            </a:p>
          </p:txBody>
        </p:sp>
        <p:sp>
          <p:nvSpPr>
            <p:cNvPr id="33" name="Rectangle 32">
              <a:extLst>
                <a:ext uri="{FF2B5EF4-FFF2-40B4-BE49-F238E27FC236}">
                  <a16:creationId xmlns:a16="http://schemas.microsoft.com/office/drawing/2014/main" id="{233326B0-471F-A465-92E4-BA0A6D24C381}"/>
                </a:ext>
              </a:extLst>
            </p:cNvPr>
            <p:cNvSpPr/>
            <p:nvPr/>
          </p:nvSpPr>
          <p:spPr bwMode="gray">
            <a:xfrm>
              <a:off x="9170894" y="1710466"/>
              <a:ext cx="1430767" cy="484094"/>
            </a:xfrm>
            <a:prstGeom prst="rect">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black"/>
                </a:solidFill>
                <a:effectLst/>
                <a:uLnTx/>
                <a:uFillTx/>
                <a:latin typeface="Open Sans"/>
                <a:ea typeface="+mn-ea"/>
                <a:cs typeface="Calibri"/>
                <a:sym typeface="Open Sans"/>
              </a:endParaRPr>
            </a:p>
          </p:txBody>
        </p:sp>
      </p:grpSp>
      <p:pic>
        <p:nvPicPr>
          <p:cNvPr id="34" name="Graphic 33">
            <a:extLst>
              <a:ext uri="{FF2B5EF4-FFF2-40B4-BE49-F238E27FC236}">
                <a16:creationId xmlns:a16="http://schemas.microsoft.com/office/drawing/2014/main" id="{87021B60-EE47-5C8E-BF96-234EF5D193E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09935" y="2874543"/>
            <a:ext cx="530352" cy="258136"/>
          </a:xfrm>
          <a:prstGeom prst="rect">
            <a:avLst/>
          </a:prstGeom>
        </p:spPr>
      </p:pic>
      <p:pic>
        <p:nvPicPr>
          <p:cNvPr id="35" name="Graphic 34">
            <a:extLst>
              <a:ext uri="{FF2B5EF4-FFF2-40B4-BE49-F238E27FC236}">
                <a16:creationId xmlns:a16="http://schemas.microsoft.com/office/drawing/2014/main" id="{94F86079-5FF5-E3CE-F499-42F84806FA9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23583" y="3725253"/>
            <a:ext cx="530352" cy="258136"/>
          </a:xfrm>
          <a:prstGeom prst="rect">
            <a:avLst/>
          </a:prstGeom>
        </p:spPr>
      </p:pic>
      <p:pic>
        <p:nvPicPr>
          <p:cNvPr id="36" name="Graphic 35">
            <a:extLst>
              <a:ext uri="{FF2B5EF4-FFF2-40B4-BE49-F238E27FC236}">
                <a16:creationId xmlns:a16="http://schemas.microsoft.com/office/drawing/2014/main" id="{09AD220C-9CB7-245A-2E7D-CF888C6868C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23583" y="4616906"/>
            <a:ext cx="530352" cy="258136"/>
          </a:xfrm>
          <a:prstGeom prst="rect">
            <a:avLst/>
          </a:prstGeom>
        </p:spPr>
      </p:pic>
      <p:pic>
        <p:nvPicPr>
          <p:cNvPr id="37" name="Graphic 36">
            <a:extLst>
              <a:ext uri="{FF2B5EF4-FFF2-40B4-BE49-F238E27FC236}">
                <a16:creationId xmlns:a16="http://schemas.microsoft.com/office/drawing/2014/main" id="{7908A8FF-E837-E104-3F51-FE666FC522A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28132" y="5494912"/>
            <a:ext cx="530352" cy="258136"/>
          </a:xfrm>
          <a:prstGeom prst="rect">
            <a:avLst/>
          </a:prstGeom>
        </p:spPr>
      </p:pic>
      <p:sp>
        <p:nvSpPr>
          <p:cNvPr id="38" name="Supporting Text">
            <a:extLst>
              <a:ext uri="{FF2B5EF4-FFF2-40B4-BE49-F238E27FC236}">
                <a16:creationId xmlns:a16="http://schemas.microsoft.com/office/drawing/2014/main" id="{EB1E0C05-527A-37DF-DDF5-0EC9BDB55EAE}"/>
              </a:ext>
            </a:extLst>
          </p:cNvPr>
          <p:cNvSpPr>
            <a:spLocks noGrp="1"/>
          </p:cNvSpPr>
          <p:nvPr>
            <p:ph type="body" sz="quarter" idx="25" hasCustomPrompt="1"/>
          </p:nvPr>
        </p:nvSpPr>
        <p:spPr>
          <a:xfrm>
            <a:off x="547624" y="2824712"/>
            <a:ext cx="3070464" cy="2913915"/>
          </a:xfrm>
        </p:spPr>
        <p:txBody>
          <a:bodyPr anchor="ctr">
            <a:normAutofit/>
          </a:bodyPr>
          <a:lstStyle>
            <a:lvl1pPr marL="0" indent="0">
              <a:lnSpc>
                <a:spcPts val="1920"/>
              </a:lnSpc>
              <a:buFont typeface="Arial" panose="020B0604020202020204" pitchFamily="34" charset="0"/>
              <a:buNone/>
              <a:defRPr sz="14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Supporting text</a:t>
            </a:r>
          </a:p>
        </p:txBody>
      </p:sp>
      <p:sp>
        <p:nvSpPr>
          <p:cNvPr id="39" name="Column 1 Title">
            <a:extLst>
              <a:ext uri="{FF2B5EF4-FFF2-40B4-BE49-F238E27FC236}">
                <a16:creationId xmlns:a16="http://schemas.microsoft.com/office/drawing/2014/main" id="{56F12DFE-F879-45D6-B705-7C1DBD225EAC}"/>
              </a:ext>
            </a:extLst>
          </p:cNvPr>
          <p:cNvSpPr>
            <a:spLocks noGrp="1"/>
          </p:cNvSpPr>
          <p:nvPr>
            <p:ph type="body" sz="quarter" idx="34" hasCustomPrompt="1"/>
          </p:nvPr>
        </p:nvSpPr>
        <p:spPr>
          <a:xfrm>
            <a:off x="6615407" y="2259669"/>
            <a:ext cx="2460937" cy="367624"/>
          </a:xfrm>
        </p:spPr>
        <p:txBody>
          <a:bodyPr anchor="ctr">
            <a:normAutofit/>
          </a:bodyPr>
          <a:lstStyle>
            <a:lvl1pPr marL="0" indent="0" algn="ctr">
              <a:lnSpc>
                <a:spcPct val="100000"/>
              </a:lnSpc>
              <a:buNone/>
              <a:defRPr sz="12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Column 1 Title</a:t>
            </a:r>
          </a:p>
        </p:txBody>
      </p:sp>
      <p:sp>
        <p:nvSpPr>
          <p:cNvPr id="40" name="Column 2 Title">
            <a:extLst>
              <a:ext uri="{FF2B5EF4-FFF2-40B4-BE49-F238E27FC236}">
                <a16:creationId xmlns:a16="http://schemas.microsoft.com/office/drawing/2014/main" id="{1437E5B8-0F0A-1CD6-D9EC-FB8D42FF78A7}"/>
              </a:ext>
            </a:extLst>
          </p:cNvPr>
          <p:cNvSpPr>
            <a:spLocks noGrp="1"/>
          </p:cNvSpPr>
          <p:nvPr>
            <p:ph type="body" sz="quarter" idx="31" hasCustomPrompt="1"/>
          </p:nvPr>
        </p:nvSpPr>
        <p:spPr>
          <a:xfrm>
            <a:off x="9085675" y="2259668"/>
            <a:ext cx="2466378" cy="367624"/>
          </a:xfrm>
        </p:spPr>
        <p:txBody>
          <a:bodyPr anchor="ctr">
            <a:normAutofit/>
          </a:bodyPr>
          <a:lstStyle>
            <a:lvl1pPr marL="0" indent="0" algn="ctr">
              <a:lnSpc>
                <a:spcPct val="100000"/>
              </a:lnSpc>
              <a:buNone/>
              <a:defRPr sz="12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Column 2 Title</a:t>
            </a:r>
          </a:p>
        </p:txBody>
      </p:sp>
      <p:sp>
        <p:nvSpPr>
          <p:cNvPr id="41" name="Row 1 Label">
            <a:extLst>
              <a:ext uri="{FF2B5EF4-FFF2-40B4-BE49-F238E27FC236}">
                <a16:creationId xmlns:a16="http://schemas.microsoft.com/office/drawing/2014/main" id="{15366178-8F75-E2C2-247C-2E1280CA069E}"/>
              </a:ext>
            </a:extLst>
          </p:cNvPr>
          <p:cNvSpPr>
            <a:spLocks noGrp="1"/>
          </p:cNvSpPr>
          <p:nvPr>
            <p:ph type="body" sz="quarter" idx="28" hasCustomPrompt="1"/>
          </p:nvPr>
        </p:nvSpPr>
        <p:spPr>
          <a:xfrm>
            <a:off x="4949320" y="2714150"/>
            <a:ext cx="1371434" cy="587462"/>
          </a:xfrm>
        </p:spPr>
        <p:txBody>
          <a:bodyPr anchor="ctr">
            <a:normAutofit/>
          </a:bodyPr>
          <a:lstStyle>
            <a:lvl1pPr marL="0" indent="0" algn="l">
              <a:lnSpc>
                <a:spcPct val="100000"/>
              </a:lnSpc>
              <a:buNone/>
              <a:defRPr sz="1100" b="0" i="0">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Row 1 Label</a:t>
            </a:r>
          </a:p>
        </p:txBody>
      </p:sp>
      <p:sp>
        <p:nvSpPr>
          <p:cNvPr id="42" name="Row 1 icon">
            <a:extLst>
              <a:ext uri="{FF2B5EF4-FFF2-40B4-BE49-F238E27FC236}">
                <a16:creationId xmlns:a16="http://schemas.microsoft.com/office/drawing/2014/main" id="{C02FC96E-69F7-2B90-7845-A4F34ED3BF77}"/>
              </a:ext>
            </a:extLst>
          </p:cNvPr>
          <p:cNvSpPr>
            <a:spLocks noGrp="1"/>
          </p:cNvSpPr>
          <p:nvPr>
            <p:ph type="pic" sz="quarter" idx="20" hasCustomPrompt="1"/>
          </p:nvPr>
        </p:nvSpPr>
        <p:spPr>
          <a:xfrm>
            <a:off x="4370469" y="2745786"/>
            <a:ext cx="530352" cy="530352"/>
          </a:xfrm>
          <a:prstGeom prst="rect">
            <a:avLst/>
          </a:prstGeom>
        </p:spPr>
        <p:txBody>
          <a:bodyPr>
            <a:normAutofit/>
          </a:bodyPr>
          <a:lstStyle>
            <a:lvl1pPr marL="0" indent="0">
              <a:buNone/>
              <a:defRPr sz="600"/>
            </a:lvl1pPr>
          </a:lstStyle>
          <a:p>
            <a:r>
              <a:rPr lang="en-US" dirty="0"/>
              <a:t>{{ </a:t>
            </a:r>
            <a:r>
              <a:rPr lang="en-US" dirty="0" err="1"/>
              <a:t>dynamic_icon_placeholder</a:t>
            </a:r>
            <a:r>
              <a:rPr lang="en-US" dirty="0"/>
              <a:t> }} Row 1</a:t>
            </a:r>
          </a:p>
        </p:txBody>
      </p:sp>
      <p:sp>
        <p:nvSpPr>
          <p:cNvPr id="44" name="Row 1 Column 1 Value">
            <a:extLst>
              <a:ext uri="{FF2B5EF4-FFF2-40B4-BE49-F238E27FC236}">
                <a16:creationId xmlns:a16="http://schemas.microsoft.com/office/drawing/2014/main" id="{3B471BA8-750F-7DC6-7949-BFD62C187A58}"/>
              </a:ext>
            </a:extLst>
          </p:cNvPr>
          <p:cNvSpPr>
            <a:spLocks noGrp="1"/>
          </p:cNvSpPr>
          <p:nvPr>
            <p:ph type="body" sz="quarter" idx="33" hasCustomPrompt="1"/>
          </p:nvPr>
        </p:nvSpPr>
        <p:spPr>
          <a:xfrm>
            <a:off x="6849651" y="2740723"/>
            <a:ext cx="1825182" cy="528522"/>
          </a:xfrm>
        </p:spPr>
        <p:txBody>
          <a:bodyPr anchor="ctr">
            <a:normAutofit/>
          </a:bodyPr>
          <a:lstStyle>
            <a:lvl1pPr marL="0" indent="0" algn="ctr">
              <a:lnSpc>
                <a:spcPct val="100000"/>
              </a:lnSpc>
              <a:buNone/>
              <a:defRPr sz="1100" b="0" i="0">
                <a:solidFill>
                  <a:schemeClr val="bg1"/>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Row 1 Column 1 Value</a:t>
            </a:r>
          </a:p>
        </p:txBody>
      </p:sp>
      <p:sp>
        <p:nvSpPr>
          <p:cNvPr id="45" name="Row 1 Column 2 value">
            <a:extLst>
              <a:ext uri="{FF2B5EF4-FFF2-40B4-BE49-F238E27FC236}">
                <a16:creationId xmlns:a16="http://schemas.microsoft.com/office/drawing/2014/main" id="{04ACC378-C503-E1DA-3CED-7D288FCA7512}"/>
              </a:ext>
            </a:extLst>
          </p:cNvPr>
          <p:cNvSpPr>
            <a:spLocks noGrp="1"/>
          </p:cNvSpPr>
          <p:nvPr>
            <p:ph type="body" sz="quarter" idx="38" hasCustomPrompt="1"/>
          </p:nvPr>
        </p:nvSpPr>
        <p:spPr>
          <a:xfrm>
            <a:off x="9487672" y="2740722"/>
            <a:ext cx="1715066" cy="528522"/>
          </a:xfrm>
        </p:spPr>
        <p:txBody>
          <a:bodyPr anchor="ctr">
            <a:normAutofit/>
          </a:bodyPr>
          <a:lstStyle>
            <a:lvl1pPr marL="0" indent="0" algn="ctr">
              <a:lnSpc>
                <a:spcPct val="100000"/>
              </a:lnSpc>
              <a:buNone/>
              <a:defRPr sz="1100" b="0" i="0">
                <a:solidFill>
                  <a:schemeClr val="bg1"/>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Row 1 Column 2 Value</a:t>
            </a:r>
          </a:p>
        </p:txBody>
      </p:sp>
      <p:sp>
        <p:nvSpPr>
          <p:cNvPr id="46" name="Row 2 Label">
            <a:extLst>
              <a:ext uri="{FF2B5EF4-FFF2-40B4-BE49-F238E27FC236}">
                <a16:creationId xmlns:a16="http://schemas.microsoft.com/office/drawing/2014/main" id="{52135194-4D36-ED71-0F42-F3DA1D1BD757}"/>
              </a:ext>
            </a:extLst>
          </p:cNvPr>
          <p:cNvSpPr>
            <a:spLocks noGrp="1"/>
          </p:cNvSpPr>
          <p:nvPr>
            <p:ph type="body" sz="quarter" idx="35" hasCustomPrompt="1"/>
          </p:nvPr>
        </p:nvSpPr>
        <p:spPr>
          <a:xfrm>
            <a:off x="4949319" y="3574263"/>
            <a:ext cx="1371434" cy="587462"/>
          </a:xfrm>
        </p:spPr>
        <p:txBody>
          <a:bodyPr anchor="ctr">
            <a:normAutofit/>
          </a:bodyPr>
          <a:lstStyle>
            <a:lvl1pPr marL="0" indent="0" algn="l">
              <a:lnSpc>
                <a:spcPct val="100000"/>
              </a:lnSpc>
              <a:buNone/>
              <a:defRPr sz="1100" b="0" i="0">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Row 2 Label</a:t>
            </a:r>
          </a:p>
        </p:txBody>
      </p:sp>
      <p:sp>
        <p:nvSpPr>
          <p:cNvPr id="47" name="Row 12icon">
            <a:extLst>
              <a:ext uri="{FF2B5EF4-FFF2-40B4-BE49-F238E27FC236}">
                <a16:creationId xmlns:a16="http://schemas.microsoft.com/office/drawing/2014/main" id="{EE5FD1AB-B212-D2BD-6E1A-4E2442B4FD2E}"/>
              </a:ext>
            </a:extLst>
          </p:cNvPr>
          <p:cNvSpPr>
            <a:spLocks noGrp="1"/>
          </p:cNvSpPr>
          <p:nvPr>
            <p:ph type="pic" sz="quarter" idx="76" hasCustomPrompt="1"/>
          </p:nvPr>
        </p:nvSpPr>
        <p:spPr>
          <a:xfrm>
            <a:off x="4370469" y="3602818"/>
            <a:ext cx="530352" cy="530352"/>
          </a:xfrm>
          <a:prstGeom prst="rect">
            <a:avLst/>
          </a:prstGeom>
        </p:spPr>
        <p:txBody>
          <a:bodyPr>
            <a:normAutofit/>
          </a:bodyPr>
          <a:lstStyle>
            <a:lvl1pPr marL="0" indent="0">
              <a:buNone/>
              <a:defRPr sz="600"/>
            </a:lvl1pPr>
          </a:lstStyle>
          <a:p>
            <a:r>
              <a:rPr lang="en-US" dirty="0"/>
              <a:t>{{ </a:t>
            </a:r>
            <a:r>
              <a:rPr lang="en-US" dirty="0" err="1"/>
              <a:t>dynamic_icon_placeholder</a:t>
            </a:r>
            <a:r>
              <a:rPr lang="en-US" dirty="0"/>
              <a:t> }} Row 2</a:t>
            </a:r>
          </a:p>
        </p:txBody>
      </p:sp>
      <p:sp>
        <p:nvSpPr>
          <p:cNvPr id="48" name="Row 2 Column 1 Value">
            <a:extLst>
              <a:ext uri="{FF2B5EF4-FFF2-40B4-BE49-F238E27FC236}">
                <a16:creationId xmlns:a16="http://schemas.microsoft.com/office/drawing/2014/main" id="{3C57F587-1794-F9BD-63C7-4E92F7E35E47}"/>
              </a:ext>
            </a:extLst>
          </p:cNvPr>
          <p:cNvSpPr>
            <a:spLocks noGrp="1"/>
          </p:cNvSpPr>
          <p:nvPr>
            <p:ph type="body" sz="quarter" idx="68" hasCustomPrompt="1"/>
          </p:nvPr>
        </p:nvSpPr>
        <p:spPr>
          <a:xfrm>
            <a:off x="6858981" y="3589809"/>
            <a:ext cx="1825182" cy="528522"/>
          </a:xfrm>
        </p:spPr>
        <p:txBody>
          <a:bodyPr anchor="ctr">
            <a:normAutofit/>
          </a:bodyPr>
          <a:lstStyle>
            <a:lvl1pPr marL="0" indent="0" algn="ctr">
              <a:lnSpc>
                <a:spcPct val="100000"/>
              </a:lnSpc>
              <a:buNone/>
              <a:defRPr sz="1100" b="0" i="0">
                <a:solidFill>
                  <a:schemeClr val="bg1"/>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Row 2 Column 1 Value</a:t>
            </a:r>
          </a:p>
        </p:txBody>
      </p:sp>
      <p:sp>
        <p:nvSpPr>
          <p:cNvPr id="49" name="Row 2 Column 2 Value">
            <a:extLst>
              <a:ext uri="{FF2B5EF4-FFF2-40B4-BE49-F238E27FC236}">
                <a16:creationId xmlns:a16="http://schemas.microsoft.com/office/drawing/2014/main" id="{9D0F7820-9F01-5175-BCDA-F6904C8525E3}"/>
              </a:ext>
            </a:extLst>
          </p:cNvPr>
          <p:cNvSpPr>
            <a:spLocks noGrp="1"/>
          </p:cNvSpPr>
          <p:nvPr>
            <p:ph type="body" sz="quarter" idx="69" hasCustomPrompt="1"/>
          </p:nvPr>
        </p:nvSpPr>
        <p:spPr>
          <a:xfrm>
            <a:off x="9497002" y="3589808"/>
            <a:ext cx="1715066" cy="528522"/>
          </a:xfrm>
        </p:spPr>
        <p:txBody>
          <a:bodyPr anchor="ctr">
            <a:normAutofit/>
          </a:bodyPr>
          <a:lstStyle>
            <a:lvl1pPr marL="0" indent="0" algn="ctr">
              <a:lnSpc>
                <a:spcPct val="100000"/>
              </a:lnSpc>
              <a:buNone/>
              <a:defRPr sz="1100" b="0" i="0">
                <a:solidFill>
                  <a:schemeClr val="bg1"/>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Row 2 Column 2 Value</a:t>
            </a:r>
          </a:p>
        </p:txBody>
      </p:sp>
      <p:sp>
        <p:nvSpPr>
          <p:cNvPr id="50" name="Row 3 Label">
            <a:extLst>
              <a:ext uri="{FF2B5EF4-FFF2-40B4-BE49-F238E27FC236}">
                <a16:creationId xmlns:a16="http://schemas.microsoft.com/office/drawing/2014/main" id="{ED11A6BE-C7AE-0DA1-8725-2D28310B6ECD}"/>
              </a:ext>
            </a:extLst>
          </p:cNvPr>
          <p:cNvSpPr>
            <a:spLocks noGrp="1"/>
          </p:cNvSpPr>
          <p:nvPr>
            <p:ph type="body" sz="quarter" idx="36" hasCustomPrompt="1"/>
          </p:nvPr>
        </p:nvSpPr>
        <p:spPr>
          <a:xfrm>
            <a:off x="4949986" y="4445199"/>
            <a:ext cx="1341064" cy="587462"/>
          </a:xfrm>
        </p:spPr>
        <p:txBody>
          <a:bodyPr anchor="ctr">
            <a:normAutofit/>
          </a:bodyPr>
          <a:lstStyle>
            <a:lvl1pPr marL="0" indent="0" algn="l">
              <a:lnSpc>
                <a:spcPct val="100000"/>
              </a:lnSpc>
              <a:buNone/>
              <a:defRPr sz="1100" b="0" i="0">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Row 3 Label</a:t>
            </a:r>
          </a:p>
        </p:txBody>
      </p:sp>
      <p:sp>
        <p:nvSpPr>
          <p:cNvPr id="51" name="Row 3 icon">
            <a:extLst>
              <a:ext uri="{FF2B5EF4-FFF2-40B4-BE49-F238E27FC236}">
                <a16:creationId xmlns:a16="http://schemas.microsoft.com/office/drawing/2014/main" id="{4EA75D25-EC44-C254-B15F-004F0E7D6023}"/>
              </a:ext>
            </a:extLst>
          </p:cNvPr>
          <p:cNvSpPr>
            <a:spLocks noGrp="1"/>
          </p:cNvSpPr>
          <p:nvPr>
            <p:ph type="pic" sz="quarter" idx="77" hasCustomPrompt="1"/>
          </p:nvPr>
        </p:nvSpPr>
        <p:spPr>
          <a:xfrm>
            <a:off x="4359180" y="4473754"/>
            <a:ext cx="530352" cy="530352"/>
          </a:xfrm>
          <a:prstGeom prst="rect">
            <a:avLst/>
          </a:prstGeom>
        </p:spPr>
        <p:txBody>
          <a:bodyPr>
            <a:normAutofit/>
          </a:bodyPr>
          <a:lstStyle>
            <a:lvl1pPr marL="0" indent="0">
              <a:buNone/>
              <a:defRPr sz="600"/>
            </a:lvl1pPr>
          </a:lstStyle>
          <a:p>
            <a:r>
              <a:rPr lang="en-US" dirty="0"/>
              <a:t>{{ </a:t>
            </a:r>
            <a:r>
              <a:rPr lang="en-US" dirty="0" err="1"/>
              <a:t>dynamic_icon_placeholder</a:t>
            </a:r>
            <a:r>
              <a:rPr lang="en-US" dirty="0"/>
              <a:t> }} Row 3</a:t>
            </a:r>
          </a:p>
        </p:txBody>
      </p:sp>
      <p:sp>
        <p:nvSpPr>
          <p:cNvPr id="52" name="Row 3 Column 1 Value">
            <a:extLst>
              <a:ext uri="{FF2B5EF4-FFF2-40B4-BE49-F238E27FC236}">
                <a16:creationId xmlns:a16="http://schemas.microsoft.com/office/drawing/2014/main" id="{BB0C07B7-6154-B0C2-0978-A27D2F53341B}"/>
              </a:ext>
            </a:extLst>
          </p:cNvPr>
          <p:cNvSpPr>
            <a:spLocks noGrp="1"/>
          </p:cNvSpPr>
          <p:nvPr>
            <p:ph type="body" sz="quarter" idx="71" hasCustomPrompt="1"/>
          </p:nvPr>
        </p:nvSpPr>
        <p:spPr>
          <a:xfrm>
            <a:off x="6858981" y="4476217"/>
            <a:ext cx="1825182" cy="528522"/>
          </a:xfrm>
        </p:spPr>
        <p:txBody>
          <a:bodyPr anchor="ctr">
            <a:normAutofit/>
          </a:bodyPr>
          <a:lstStyle>
            <a:lvl1pPr marL="0" indent="0" algn="ctr">
              <a:lnSpc>
                <a:spcPct val="100000"/>
              </a:lnSpc>
              <a:buNone/>
              <a:defRPr sz="1100" b="0" i="0">
                <a:solidFill>
                  <a:schemeClr val="bg1"/>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Row 3 Column 1 Value</a:t>
            </a:r>
          </a:p>
        </p:txBody>
      </p:sp>
      <p:sp>
        <p:nvSpPr>
          <p:cNvPr id="53" name="Row 3 Column 2 Value">
            <a:extLst>
              <a:ext uri="{FF2B5EF4-FFF2-40B4-BE49-F238E27FC236}">
                <a16:creationId xmlns:a16="http://schemas.microsoft.com/office/drawing/2014/main" id="{29DC5F55-E771-5AFA-E4BA-9D60EBFF0263}"/>
              </a:ext>
            </a:extLst>
          </p:cNvPr>
          <p:cNvSpPr>
            <a:spLocks noGrp="1"/>
          </p:cNvSpPr>
          <p:nvPr>
            <p:ph type="body" sz="quarter" idx="72" hasCustomPrompt="1"/>
          </p:nvPr>
        </p:nvSpPr>
        <p:spPr>
          <a:xfrm>
            <a:off x="9497002" y="4476216"/>
            <a:ext cx="1715066" cy="528522"/>
          </a:xfrm>
        </p:spPr>
        <p:txBody>
          <a:bodyPr anchor="ctr">
            <a:normAutofit/>
          </a:bodyPr>
          <a:lstStyle>
            <a:lvl1pPr marL="0" indent="0" algn="ctr">
              <a:lnSpc>
                <a:spcPct val="100000"/>
              </a:lnSpc>
              <a:buNone/>
              <a:defRPr sz="1100" b="0" i="0">
                <a:solidFill>
                  <a:schemeClr val="bg1"/>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Row 3 Column 2 Value</a:t>
            </a:r>
          </a:p>
        </p:txBody>
      </p:sp>
      <p:sp>
        <p:nvSpPr>
          <p:cNvPr id="54" name="Row 4 Label">
            <a:extLst>
              <a:ext uri="{FF2B5EF4-FFF2-40B4-BE49-F238E27FC236}">
                <a16:creationId xmlns:a16="http://schemas.microsoft.com/office/drawing/2014/main" id="{BD22E1D1-A38B-105D-8818-F9DF49ECA532}"/>
              </a:ext>
            </a:extLst>
          </p:cNvPr>
          <p:cNvSpPr>
            <a:spLocks noGrp="1"/>
          </p:cNvSpPr>
          <p:nvPr>
            <p:ph type="body" sz="quarter" idx="37" hasCustomPrompt="1"/>
          </p:nvPr>
        </p:nvSpPr>
        <p:spPr>
          <a:xfrm>
            <a:off x="4949987" y="5325913"/>
            <a:ext cx="1341064" cy="587462"/>
          </a:xfrm>
        </p:spPr>
        <p:txBody>
          <a:bodyPr anchor="ctr">
            <a:normAutofit/>
          </a:bodyPr>
          <a:lstStyle>
            <a:lvl1pPr marL="0" indent="0" algn="l">
              <a:lnSpc>
                <a:spcPct val="100000"/>
              </a:lnSpc>
              <a:buNone/>
              <a:defRPr sz="1100" b="0" i="0">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Row 4 Label</a:t>
            </a:r>
          </a:p>
        </p:txBody>
      </p:sp>
      <p:sp>
        <p:nvSpPr>
          <p:cNvPr id="55" name="Row 4 icon">
            <a:extLst>
              <a:ext uri="{FF2B5EF4-FFF2-40B4-BE49-F238E27FC236}">
                <a16:creationId xmlns:a16="http://schemas.microsoft.com/office/drawing/2014/main" id="{03A570E7-CC1C-7E09-1EF3-9B5C69A41FA6}"/>
              </a:ext>
            </a:extLst>
          </p:cNvPr>
          <p:cNvSpPr>
            <a:spLocks noGrp="1"/>
          </p:cNvSpPr>
          <p:nvPr>
            <p:ph type="pic" sz="quarter" idx="78" hasCustomPrompt="1"/>
          </p:nvPr>
        </p:nvSpPr>
        <p:spPr>
          <a:xfrm>
            <a:off x="4359180" y="5354468"/>
            <a:ext cx="530352" cy="530352"/>
          </a:xfrm>
          <a:prstGeom prst="rect">
            <a:avLst/>
          </a:prstGeom>
        </p:spPr>
        <p:txBody>
          <a:bodyPr>
            <a:normAutofit/>
          </a:bodyPr>
          <a:lstStyle>
            <a:lvl1pPr marL="0" indent="0">
              <a:buNone/>
              <a:defRPr sz="600"/>
            </a:lvl1pPr>
          </a:lstStyle>
          <a:p>
            <a:r>
              <a:rPr lang="en-US" dirty="0"/>
              <a:t>{{ </a:t>
            </a:r>
            <a:r>
              <a:rPr lang="en-US" dirty="0" err="1"/>
              <a:t>dynamic_icon_placeholder</a:t>
            </a:r>
            <a:r>
              <a:rPr lang="en-US" dirty="0"/>
              <a:t> }} Row 4</a:t>
            </a:r>
          </a:p>
        </p:txBody>
      </p:sp>
      <p:sp>
        <p:nvSpPr>
          <p:cNvPr id="56" name="Row 4 Column 1 Value">
            <a:extLst>
              <a:ext uri="{FF2B5EF4-FFF2-40B4-BE49-F238E27FC236}">
                <a16:creationId xmlns:a16="http://schemas.microsoft.com/office/drawing/2014/main" id="{D3955860-D6EE-2E6F-E20A-9062EBF4BF3C}"/>
              </a:ext>
            </a:extLst>
          </p:cNvPr>
          <p:cNvSpPr>
            <a:spLocks noGrp="1"/>
          </p:cNvSpPr>
          <p:nvPr>
            <p:ph type="body" sz="quarter" idx="74" hasCustomPrompt="1"/>
          </p:nvPr>
        </p:nvSpPr>
        <p:spPr>
          <a:xfrm>
            <a:off x="6858981" y="5353294"/>
            <a:ext cx="1825182" cy="528522"/>
          </a:xfrm>
        </p:spPr>
        <p:txBody>
          <a:bodyPr anchor="ctr">
            <a:normAutofit/>
          </a:bodyPr>
          <a:lstStyle>
            <a:lvl1pPr marL="0" indent="0" algn="ctr">
              <a:lnSpc>
                <a:spcPct val="100000"/>
              </a:lnSpc>
              <a:buNone/>
              <a:defRPr sz="1100" b="0" i="0">
                <a:solidFill>
                  <a:schemeClr val="bg1"/>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Row 4 Column 1 Value</a:t>
            </a:r>
          </a:p>
        </p:txBody>
      </p:sp>
      <p:sp>
        <p:nvSpPr>
          <p:cNvPr id="57" name="Row 4 Column 2 Value">
            <a:extLst>
              <a:ext uri="{FF2B5EF4-FFF2-40B4-BE49-F238E27FC236}">
                <a16:creationId xmlns:a16="http://schemas.microsoft.com/office/drawing/2014/main" id="{5FC6179A-02FF-A4DD-CD79-F45FA6F8BC00}"/>
              </a:ext>
            </a:extLst>
          </p:cNvPr>
          <p:cNvSpPr>
            <a:spLocks noGrp="1"/>
          </p:cNvSpPr>
          <p:nvPr>
            <p:ph type="body" sz="quarter" idx="75" hasCustomPrompt="1"/>
          </p:nvPr>
        </p:nvSpPr>
        <p:spPr>
          <a:xfrm>
            <a:off x="9497002" y="5353293"/>
            <a:ext cx="1715066" cy="528522"/>
          </a:xfrm>
        </p:spPr>
        <p:txBody>
          <a:bodyPr anchor="ctr">
            <a:normAutofit/>
          </a:bodyPr>
          <a:lstStyle>
            <a:lvl1pPr marL="0" indent="0" algn="ctr">
              <a:lnSpc>
                <a:spcPct val="100000"/>
              </a:lnSpc>
              <a:buNone/>
              <a:defRPr sz="1100" b="0" i="0">
                <a:solidFill>
                  <a:schemeClr val="bg1"/>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Row 4 Column 2 Value</a:t>
            </a:r>
          </a:p>
        </p:txBody>
      </p:sp>
      <p:cxnSp>
        <p:nvCxnSpPr>
          <p:cNvPr id="58" name="Straight Connector 57">
            <a:extLst>
              <a:ext uri="{FF2B5EF4-FFF2-40B4-BE49-F238E27FC236}">
                <a16:creationId xmlns:a16="http://schemas.microsoft.com/office/drawing/2014/main" id="{609D22BD-5B39-6E92-493B-20D59FB56525}"/>
              </a:ext>
            </a:extLst>
          </p:cNvPr>
          <p:cNvCxnSpPr>
            <a:cxnSpLocks/>
          </p:cNvCxnSpPr>
          <p:nvPr userDrawn="1"/>
        </p:nvCxnSpPr>
        <p:spPr>
          <a:xfrm>
            <a:off x="4949319" y="3429000"/>
            <a:ext cx="1341731" cy="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7F819FC7-6883-70AD-FF7E-7CD96F5736C4}"/>
              </a:ext>
            </a:extLst>
          </p:cNvPr>
          <p:cNvCxnSpPr>
            <a:cxnSpLocks/>
          </p:cNvCxnSpPr>
          <p:nvPr userDrawn="1"/>
        </p:nvCxnSpPr>
        <p:spPr>
          <a:xfrm>
            <a:off x="4949319" y="4322064"/>
            <a:ext cx="1341731" cy="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0EA7DA9A-7969-7050-A468-DED088A03C13}"/>
              </a:ext>
            </a:extLst>
          </p:cNvPr>
          <p:cNvCxnSpPr>
            <a:cxnSpLocks/>
          </p:cNvCxnSpPr>
          <p:nvPr userDrawn="1"/>
        </p:nvCxnSpPr>
        <p:spPr>
          <a:xfrm>
            <a:off x="4949319" y="5178552"/>
            <a:ext cx="1333964" cy="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 name="Slide Subtitle">
            <a:extLst>
              <a:ext uri="{FF2B5EF4-FFF2-40B4-BE49-F238E27FC236}">
                <a16:creationId xmlns:a16="http://schemas.microsoft.com/office/drawing/2014/main" id="{29925CB5-9935-C837-A355-3EB9196F3CA5}"/>
              </a:ext>
            </a:extLst>
          </p:cNvPr>
          <p:cNvSpPr>
            <a:spLocks noGrp="1"/>
          </p:cNvSpPr>
          <p:nvPr>
            <p:ph type="body" sz="quarter" idx="30" hasCustomPrompt="1"/>
          </p:nvPr>
        </p:nvSpPr>
        <p:spPr>
          <a:xfrm>
            <a:off x="457200" y="685800"/>
            <a:ext cx="11274552" cy="758952"/>
          </a:xfrm>
        </p:spPr>
        <p:txBody>
          <a:bodyPr>
            <a:normAutofit/>
          </a:bodyPr>
          <a:lstStyle>
            <a:lvl1pPr marL="0" indent="0">
              <a:lnSpc>
                <a:spcPct val="100000"/>
              </a:lnSpc>
              <a:buNone/>
              <a:defRPr sz="1600" b="0" i="0">
                <a:solidFill>
                  <a:srgbClr val="53565A"/>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Slide Subtitle</a:t>
            </a:r>
          </a:p>
        </p:txBody>
      </p:sp>
      <p:sp>
        <p:nvSpPr>
          <p:cNvPr id="3" name="Slide Title">
            <a:extLst>
              <a:ext uri="{FF2B5EF4-FFF2-40B4-BE49-F238E27FC236}">
                <a16:creationId xmlns:a16="http://schemas.microsoft.com/office/drawing/2014/main" id="{CC7089C3-795A-5587-F05E-AB6D28458675}"/>
              </a:ext>
            </a:extLst>
          </p:cNvPr>
          <p:cNvSpPr>
            <a:spLocks noGrp="1"/>
          </p:cNvSpPr>
          <p:nvPr>
            <p:ph type="body" sz="quarter" idx="10" hasCustomPrompt="1"/>
          </p:nvPr>
        </p:nvSpPr>
        <p:spPr>
          <a:xfrm>
            <a:off x="457200" y="347472"/>
            <a:ext cx="11274552" cy="338328"/>
          </a:xfrm>
        </p:spPr>
        <p:txBody>
          <a:bodyPr anchor="ctr">
            <a:normAutofit/>
          </a:bodyPr>
          <a:lstStyle>
            <a:lvl1pPr marL="0" indent="0">
              <a:lnSpc>
                <a:spcPct val="100000"/>
              </a:lnSpc>
              <a:buNone/>
              <a:defRPr sz="21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Slide Title</a:t>
            </a:r>
          </a:p>
        </p:txBody>
      </p:sp>
    </p:spTree>
    <p:extLst>
      <p:ext uri="{BB962C8B-B14F-4D97-AF65-F5344CB8AC3E}">
        <p14:creationId xmlns:p14="http://schemas.microsoft.com/office/powerpoint/2010/main" val="94731941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references_slide">
    <p:spTree>
      <p:nvGrpSpPr>
        <p:cNvPr id="1" name=""/>
        <p:cNvGrpSpPr/>
        <p:nvPr/>
      </p:nvGrpSpPr>
      <p:grpSpPr>
        <a:xfrm>
          <a:off x="0" y="0"/>
          <a:ext cx="0" cy="0"/>
          <a:chOff x="0" y="0"/>
          <a:chExt cx="0" cy="0"/>
        </a:xfrm>
      </p:grpSpPr>
      <p:sp>
        <p:nvSpPr>
          <p:cNvPr id="6" name="References List">
            <a:extLst>
              <a:ext uri="{FF2B5EF4-FFF2-40B4-BE49-F238E27FC236}">
                <a16:creationId xmlns:a16="http://schemas.microsoft.com/office/drawing/2014/main" id="{19280700-4D1C-B85C-AD3C-FD71A148A404}"/>
              </a:ext>
            </a:extLst>
          </p:cNvPr>
          <p:cNvSpPr>
            <a:spLocks noGrp="1"/>
          </p:cNvSpPr>
          <p:nvPr>
            <p:ph type="body" sz="quarter" idx="21" hasCustomPrompt="1"/>
          </p:nvPr>
        </p:nvSpPr>
        <p:spPr>
          <a:xfrm>
            <a:off x="457200" y="914424"/>
            <a:ext cx="11274552" cy="5475490"/>
          </a:xfrm>
        </p:spPr>
        <p:txBody>
          <a:bodyPr anchor="t">
            <a:normAutofit/>
          </a:bodyPr>
          <a:lstStyle>
            <a:lvl1pPr marL="228600" indent="-228600">
              <a:lnSpc>
                <a:spcPts val="1600"/>
              </a:lnSpc>
              <a:buFont typeface="+mj-lt"/>
              <a:buAutoNum type="arabicPeriod"/>
              <a:defRPr sz="1200" b="0" i="0">
                <a:latin typeface="Open Sans Light" panose="020B0606030504020204" pitchFamily="34" charset="0"/>
                <a:ea typeface="Open Sans Light" panose="020B0606030504020204" pitchFamily="34" charset="0"/>
                <a:cs typeface="Open Sans Light" panose="020B0606030504020204" pitchFamily="34" charset="0"/>
              </a:defRPr>
            </a:lvl1pPr>
          </a:lstStyle>
          <a:p>
            <a:pPr lvl="0"/>
            <a:r>
              <a:rPr lang="en-US" dirty="0"/>
              <a:t>References List</a:t>
            </a:r>
          </a:p>
        </p:txBody>
      </p:sp>
      <p:sp>
        <p:nvSpPr>
          <p:cNvPr id="10" name="References">
            <a:extLst>
              <a:ext uri="{FF2B5EF4-FFF2-40B4-BE49-F238E27FC236}">
                <a16:creationId xmlns:a16="http://schemas.microsoft.com/office/drawing/2014/main" id="{F0AAC083-A04C-2A6A-2431-F01855283C0F}"/>
              </a:ext>
            </a:extLst>
          </p:cNvPr>
          <p:cNvSpPr>
            <a:spLocks noGrp="1"/>
          </p:cNvSpPr>
          <p:nvPr>
            <p:ph type="body" sz="quarter" idx="10" hasCustomPrompt="1"/>
          </p:nvPr>
        </p:nvSpPr>
        <p:spPr>
          <a:xfrm>
            <a:off x="457200" y="347472"/>
            <a:ext cx="11274552" cy="338328"/>
          </a:xfrm>
        </p:spPr>
        <p:txBody>
          <a:bodyPr anchor="ctr">
            <a:normAutofit/>
          </a:bodyPr>
          <a:lstStyle>
            <a:lvl1pPr marL="0" indent="0">
              <a:lnSpc>
                <a:spcPct val="100000"/>
              </a:lnSpc>
              <a:buNone/>
              <a:defRPr sz="21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References</a:t>
            </a:r>
          </a:p>
        </p:txBody>
      </p:sp>
    </p:spTree>
    <p:extLst>
      <p:ext uri="{BB962C8B-B14F-4D97-AF65-F5344CB8AC3E}">
        <p14:creationId xmlns:p14="http://schemas.microsoft.com/office/powerpoint/2010/main" val="294899125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sclaimer_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84F3981-1841-D21F-A9C8-9C757256A900}"/>
              </a:ext>
            </a:extLst>
          </p:cNvPr>
          <p:cNvSpPr txBox="1"/>
          <p:nvPr userDrawn="1"/>
        </p:nvSpPr>
        <p:spPr>
          <a:xfrm>
            <a:off x="510540" y="4818106"/>
            <a:ext cx="11071860" cy="1446550"/>
          </a:xfrm>
          <a:prstGeom prst="rect">
            <a:avLst/>
          </a:prstGeom>
          <a:noFill/>
        </p:spPr>
        <p:txBody>
          <a:bodyPr wrap="square" lIns="0" rtlCol="0">
            <a:spAutoFit/>
          </a:bodyPr>
          <a:lstStyle/>
          <a:p>
            <a:pPr rtl="0" fontAlgn="base"/>
            <a:r>
              <a:rPr lang="en-US" sz="800" b="0" i="0" kern="1200" dirty="0">
                <a:solidFill>
                  <a:schemeClr val="tx1"/>
                </a:solidFill>
                <a:effectLst/>
                <a:latin typeface="Open Sans SemiBold" panose="020B0606030504020204" pitchFamily="34" charset="0"/>
                <a:ea typeface="Open Sans SemiBold" panose="020B0606030504020204" pitchFamily="34" charset="0"/>
                <a:cs typeface="Open Sans SemiBold" panose="020B0606030504020204" pitchFamily="34" charset="0"/>
              </a:rPr>
              <a:t>This publication contains general information only and Deloitte is not, by means of this publication, rendering accounting, business, financial, investment, legal, tax, or other professional advice or services. This publication is not a substitute for such professional advice or services, nor should it be used as a basis for any decision or action that may affect your business. Before making any decision or taking any action that may affect your business, you should consult a qualified professional advisor. Deloitte shall not be responsible for any loss sustained by any person who relies on this publication.</a:t>
            </a:r>
          </a:p>
          <a:p>
            <a:pPr rtl="0" fontAlgn="base"/>
            <a:endParaRPr lang="en-US" sz="800" b="0" i="0" kern="1200" dirty="0">
              <a:solidFill>
                <a:schemeClr val="tx1"/>
              </a:solidFill>
              <a:effectLst/>
              <a:latin typeface="Open Sans SemiBold" panose="020B0606030504020204" pitchFamily="34" charset="0"/>
              <a:ea typeface="Open Sans SemiBold" panose="020B0606030504020204" pitchFamily="34" charset="0"/>
              <a:cs typeface="Open Sans SemiBold" panose="020B0606030504020204" pitchFamily="34" charset="0"/>
            </a:endParaRPr>
          </a:p>
          <a:p>
            <a:pPr rtl="0" fontAlgn="base"/>
            <a:r>
              <a:rPr lang="en-US" sz="800" b="1" i="0" u="none" strike="noStrike" kern="12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About Deloitte</a:t>
            </a:r>
            <a:r>
              <a:rPr lang="en-US" sz="800" b="0" i="0" kern="1200" dirty="0">
                <a:solidFill>
                  <a:schemeClr val="tx1"/>
                </a:solidFill>
                <a:effectLst/>
                <a:latin typeface="Open Sans SemiBold" panose="020B0606030504020204" pitchFamily="34" charset="0"/>
                <a:ea typeface="Open Sans SemiBold" panose="020B0606030504020204" pitchFamily="34" charset="0"/>
                <a:cs typeface="Open Sans SemiBold" panose="020B0606030504020204" pitchFamily="34" charset="0"/>
              </a:rPr>
              <a:t>​</a:t>
            </a:r>
          </a:p>
          <a:p>
            <a:pPr rtl="0" fontAlgn="base"/>
            <a:r>
              <a:rPr lang="en-US" sz="800" b="0" i="0" u="none" strike="noStrike" kern="1200" dirty="0">
                <a:solidFill>
                  <a:schemeClr val="tx1"/>
                </a:solidFill>
                <a:effectLst/>
                <a:latin typeface="Open Sans SemiBold" panose="020B0606030504020204" pitchFamily="34" charset="0"/>
                <a:ea typeface="Open Sans SemiBold" panose="020B0606030504020204" pitchFamily="34" charset="0"/>
                <a:cs typeface="Open Sans SemiBold" panose="020B0606030504020204" pitchFamily="34" charset="0"/>
              </a:rPr>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In the United States, Deloitte refers to one or more of the US member firms of DTTL, their related entities that operate using the “Deloitte” name in the United States and their respective affiliates. Certain services may not be available to attest clients under the rules and regulations of public accounting. Please see https://www2.deloitte.com/us/en/legal/about-deloitte.html to learn more about our global network of member firms.</a:t>
            </a:r>
          </a:p>
          <a:p>
            <a:pPr rtl="0" fontAlgn="base"/>
            <a:endParaRPr lang="en-US" sz="800" b="0" i="0" kern="1200" dirty="0">
              <a:solidFill>
                <a:schemeClr val="tx1"/>
              </a:solidFill>
              <a:effectLst/>
              <a:latin typeface="Open Sans SemiBold" panose="020B0606030504020204" pitchFamily="34" charset="0"/>
              <a:ea typeface="Open Sans SemiBold" panose="020B0606030504020204" pitchFamily="34" charset="0"/>
              <a:cs typeface="Open Sans SemiBold" panose="020B0606030504020204" pitchFamily="34" charset="0"/>
            </a:endParaRPr>
          </a:p>
          <a:p>
            <a:pPr rtl="0" fontAlgn="base"/>
            <a:r>
              <a:rPr lang="en-US" sz="800" b="0" i="0" u="none" strike="noStrike" kern="1200" dirty="0">
                <a:solidFill>
                  <a:schemeClr val="tx1"/>
                </a:solidFill>
                <a:effectLst/>
                <a:latin typeface="Open Sans SemiBold" panose="020B0606030504020204" pitchFamily="34" charset="0"/>
                <a:ea typeface="Open Sans SemiBold" panose="020B0606030504020204" pitchFamily="34" charset="0"/>
                <a:cs typeface="Open Sans SemiBold" panose="020B0606030504020204" pitchFamily="34" charset="0"/>
              </a:rPr>
              <a:t>Copyright © 2025 Deloitte Development LLC. All rights reserved.</a:t>
            </a:r>
            <a:endParaRPr lang="en-US" sz="800" b="0" i="0" kern="1200" dirty="0">
              <a:solidFill>
                <a:schemeClr val="tx1"/>
              </a:solidFill>
              <a:effectLst/>
              <a:latin typeface="Open Sans SemiBold" panose="020B0606030504020204" pitchFamily="34" charset="0"/>
              <a:ea typeface="Open Sans SemiBold" panose="020B0606030504020204" pitchFamily="34" charset="0"/>
              <a:cs typeface="Open Sans SemiBold" panose="020B0606030504020204" pitchFamily="34" charset="0"/>
            </a:endParaRPr>
          </a:p>
        </p:txBody>
      </p:sp>
      <p:grpSp>
        <p:nvGrpSpPr>
          <p:cNvPr id="5" name="Group 4">
            <a:extLst>
              <a:ext uri="{FF2B5EF4-FFF2-40B4-BE49-F238E27FC236}">
                <a16:creationId xmlns:a16="http://schemas.microsoft.com/office/drawing/2014/main" id="{D7985E72-CA63-D0C0-CDFD-F9B69861C46D}"/>
              </a:ext>
            </a:extLst>
          </p:cNvPr>
          <p:cNvGrpSpPr>
            <a:grpSpLocks noChangeAspect="1"/>
          </p:cNvGrpSpPr>
          <p:nvPr userDrawn="1"/>
        </p:nvGrpSpPr>
        <p:grpSpPr>
          <a:xfrm>
            <a:off x="450000" y="344137"/>
            <a:ext cx="1819109" cy="345828"/>
            <a:chOff x="398463" y="404813"/>
            <a:chExt cx="1627187" cy="307976"/>
          </a:xfrm>
          <a:solidFill>
            <a:schemeClr val="tx1"/>
          </a:solidFill>
        </p:grpSpPr>
        <p:sp>
          <p:nvSpPr>
            <p:cNvPr id="8" name="Oval 5">
              <a:extLst>
                <a:ext uri="{FF2B5EF4-FFF2-40B4-BE49-F238E27FC236}">
                  <a16:creationId xmlns:a16="http://schemas.microsoft.com/office/drawing/2014/main" id="{77B12698-780F-4703-EE1E-694C65FB41BD}"/>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
          <p:nvSpPr>
            <p:cNvPr id="9" name="Freeform 8">
              <a:extLst>
                <a:ext uri="{FF2B5EF4-FFF2-40B4-BE49-F238E27FC236}">
                  <a16:creationId xmlns:a16="http://schemas.microsoft.com/office/drawing/2014/main" id="{10A1CA31-2FF6-8ECA-0296-1B02A56222DC}"/>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
          <p:nvSpPr>
            <p:cNvPr id="10" name="Rectangle 9">
              <a:extLst>
                <a:ext uri="{FF2B5EF4-FFF2-40B4-BE49-F238E27FC236}">
                  <a16:creationId xmlns:a16="http://schemas.microsoft.com/office/drawing/2014/main" id="{B7034545-38B6-BE1C-E8CE-AACAC76A291C}"/>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
          <p:nvSpPr>
            <p:cNvPr id="11" name="Freeform 10">
              <a:extLst>
                <a:ext uri="{FF2B5EF4-FFF2-40B4-BE49-F238E27FC236}">
                  <a16:creationId xmlns:a16="http://schemas.microsoft.com/office/drawing/2014/main" id="{0FB48E8E-C61D-2446-BC4A-9D6E2F2C8877}"/>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
          <p:nvSpPr>
            <p:cNvPr id="12" name="Rectangle 11">
              <a:extLst>
                <a:ext uri="{FF2B5EF4-FFF2-40B4-BE49-F238E27FC236}">
                  <a16:creationId xmlns:a16="http://schemas.microsoft.com/office/drawing/2014/main" id="{E5023EEB-17C2-C770-A98A-29973DE098CC}"/>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
          <p:nvSpPr>
            <p:cNvPr id="13" name="Rectangle 12">
              <a:extLst>
                <a:ext uri="{FF2B5EF4-FFF2-40B4-BE49-F238E27FC236}">
                  <a16:creationId xmlns:a16="http://schemas.microsoft.com/office/drawing/2014/main" id="{02C7634F-7DDD-8B85-30CB-B7BCFA61FD03}"/>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
          <p:nvSpPr>
            <p:cNvPr id="14" name="Freeform 13">
              <a:extLst>
                <a:ext uri="{FF2B5EF4-FFF2-40B4-BE49-F238E27FC236}">
                  <a16:creationId xmlns:a16="http://schemas.microsoft.com/office/drawing/2014/main" id="{160FC34C-337D-033E-83C5-E7242418A044}"/>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
          <p:nvSpPr>
            <p:cNvPr id="15" name="Freeform 14">
              <a:extLst>
                <a:ext uri="{FF2B5EF4-FFF2-40B4-BE49-F238E27FC236}">
                  <a16:creationId xmlns:a16="http://schemas.microsoft.com/office/drawing/2014/main" id="{6498D50C-1AAB-F40D-8126-88FE52E2056F}"/>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
          <p:nvSpPr>
            <p:cNvPr id="16" name="Freeform 15">
              <a:extLst>
                <a:ext uri="{FF2B5EF4-FFF2-40B4-BE49-F238E27FC236}">
                  <a16:creationId xmlns:a16="http://schemas.microsoft.com/office/drawing/2014/main" id="{949E2001-65F3-8098-B424-F48EF776800C}"/>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
          <p:nvSpPr>
            <p:cNvPr id="17" name="Freeform 16">
              <a:extLst>
                <a:ext uri="{FF2B5EF4-FFF2-40B4-BE49-F238E27FC236}">
                  <a16:creationId xmlns:a16="http://schemas.microsoft.com/office/drawing/2014/main" id="{E85B8EFA-EB6E-956D-EC19-8D997B5B5E8E}"/>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grpSp>
    </p:spTree>
    <p:extLst>
      <p:ext uri="{BB962C8B-B14F-4D97-AF65-F5344CB8AC3E}">
        <p14:creationId xmlns:p14="http://schemas.microsoft.com/office/powerpoint/2010/main" val="137632135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theme" Target="../theme/theme1.xml"/><Relationship Id="rId29"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9">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8F49D4-AED9-032F-70D7-28E33C8D22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98B9EE-88D1-EF82-4DBC-F59527431A5E}"/>
              </a:ext>
            </a:extLst>
          </p:cNvPr>
          <p:cNvSpPr>
            <a:spLocks noGrp="1"/>
          </p:cNvSpPr>
          <p:nvPr>
            <p:ph type="body" idx="1"/>
          </p:nvPr>
        </p:nvSpPr>
        <p:spPr>
          <a:xfrm>
            <a:off x="838200" y="1825625"/>
            <a:ext cx="10515600" cy="292699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6"/>
            <a:endParaRPr lang="en-US"/>
          </a:p>
        </p:txBody>
      </p:sp>
    </p:spTree>
    <p:extLst>
      <p:ext uri="{BB962C8B-B14F-4D97-AF65-F5344CB8AC3E}">
        <p14:creationId xmlns:p14="http://schemas.microsoft.com/office/powerpoint/2010/main" val="2001015782"/>
      </p:ext>
    </p:extLst>
  </p:cSld>
  <p:clrMap bg1="lt1" tx1="dk1" bg2="lt2" tx2="dk2" accent1="accent1" accent2="accent2" accent3="accent3" accent4="accent4" accent5="accent5" accent6="accent6" hlink="hlink" folHlink="folHlink"/>
  <p:sldLayoutIdLst>
    <p:sldLayoutId id="2147483769" r:id="rId1"/>
    <p:sldLayoutId id="2147483738" r:id="rId3"/>
    <p:sldLayoutId id="2147483739" r:id="rId4"/>
    <p:sldLayoutId id="2147483740" r:id="rId5"/>
    <p:sldLayoutId id="2147483763" r:id="rId6"/>
    <p:sldLayoutId id="2147483742" r:id="rId7"/>
    <p:sldLayoutId id="2147483743" r:id="rId8"/>
    <p:sldLayoutId id="2147483744" r:id="rId9"/>
    <p:sldLayoutId id="2147483745" r:id="rId10"/>
    <p:sldLayoutId id="2147483746" r:id="rId11"/>
    <p:sldLayoutId id="2147483747" r:id="rId12"/>
    <p:sldLayoutId id="2147483764" r:id="rId13"/>
    <p:sldLayoutId id="2147483749" r:id="rId14"/>
    <p:sldLayoutId id="2147483750" r:id="rId15"/>
    <p:sldLayoutId id="2147483751" r:id="rId16"/>
    <p:sldLayoutId id="2147483752" r:id="rId17"/>
    <p:sldLayoutId id="2147483753" r:id="rId18"/>
    <p:sldLayoutId id="2147483766" r:id="rId19"/>
    <p:sldLayoutId id="2147483755" r:id="rId20"/>
    <p:sldLayoutId id="2147483756" r:id="rId21"/>
    <p:sldLayoutId id="2147483757" r:id="rId22"/>
    <p:sldLayoutId id="2147483758" r:id="rId23"/>
    <p:sldLayoutId id="2147483759" r:id="rId24"/>
    <p:sldLayoutId id="2147483761" r:id="rId25"/>
    <p:sldLayoutId id="2147483762" r:id="rId26"/>
    <p:sldLayoutId id="2147483760" r:id="rId27"/>
  </p:sldLayoutIdLst>
  <p:txStyles>
    <p:titleStyle>
      <a:lvl1pPr algn="l" defTabSz="914400" rtl="0" eaLnBrk="1" latinLnBrk="0" hangingPunct="1">
        <a:lnSpc>
          <a:spcPct val="90000"/>
        </a:lnSpc>
        <a:spcBef>
          <a:spcPct val="0"/>
        </a:spcBef>
        <a:buNone/>
        <a:defRPr sz="4400" b="1" i="0" kern="1200" baseline="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baseline="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baseline="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200" b="0" i="0" kern="120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w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5.wmf"/><Relationship Id="rId3" Type="http://schemas.openxmlformats.org/officeDocument/2006/relationships/image" Target="../media/image26.wmf"/><Relationship Id="rId4" Type="http://schemas.openxmlformats.org/officeDocument/2006/relationships/image" Target="../media/image27.w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wmf"/><Relationship Id="rId3" Type="http://schemas.openxmlformats.org/officeDocument/2006/relationships/image" Target="../media/image25.wmf"/><Relationship Id="rId4" Type="http://schemas.openxmlformats.org/officeDocument/2006/relationships/image" Target="../media/image27.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7.wmf"/><Relationship Id="rId3" Type="http://schemas.openxmlformats.org/officeDocument/2006/relationships/image" Target="../media/image25.wmf"/><Relationship Id="rId4" Type="http://schemas.openxmlformats.org/officeDocument/2006/relationships/image" Target="../media/image26.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p="http://schemas.openxmlformats.org/presentationml/2006/main" xmlns:r="http://schemas.openxmlformats.org/officeDocument/2006/relationships">
  <p:cSld name="cover_slide">
    <p:spTree>
      <p:nvGrpSpPr>
        <p:cNvPr id="1" name=""/>
        <p:cNvGrpSpPr/>
        <p:nvPr/>
      </p:nvGrpSpPr>
      <p:grpSpPr/>
      <p:pic>
        <p:nvPicPr>
          <p:cNvPr id="9" name="Picture 8" descr="image.png"/>
          <p:cNvPicPr>
            <a:picLocks noChangeAspect="1"/>
          </p:cNvPicPr>
          <p:nvPr/>
        </p:nvPicPr>
        <p:blipFill>
          <a:blip r:embed="rId2"/>
          <a:stretch>
            <a:fillRect/>
          </a:stretch>
        </p:blipFill>
        <p:spPr>
          <a:xfrm>
            <a:off x="5106636" y="590700"/>
            <a:ext cx="5943600" cy="5943600"/>
          </a:xfrm>
          <a:prstGeom prst="rect">
            <a:avLst/>
          </a:prstGeom>
        </p:spPr>
      </p:pic>
      <p:pic>
        <p:nvPicPr>
          <p:cNvPr id="10" name="Picture 9" descr="image.png"/>
          <p:cNvPicPr>
            <a:picLocks noChangeAspect="1"/>
          </p:cNvPicPr>
          <p:nvPr/>
        </p:nvPicPr>
        <p:blipFill>
          <a:blip r:embed="rId3"/>
          <a:stretch>
            <a:fillRect/>
          </a:stretch>
        </p:blipFill>
        <p:spPr>
          <a:xfrm>
            <a:off x="0" y="0"/>
            <a:ext cx="12192000" cy="6858000"/>
          </a:xfrm>
          <a:prstGeom prst="rect">
            <a:avLst/>
          </a:prstGeom>
        </p:spPr>
      </p:pic>
      <p:sp>
        <p:nvSpPr>
          <p:cNvPr id="5" name="Subtitle 4"/>
          <p:cNvSpPr>
            <a:spLocks noGrp="1"/>
          </p:cNvSpPr>
          <p:nvPr>
            <p:ph type="subTitle" idx="1"/>
          </p:nvPr>
        </p:nvSpPr>
        <p:spPr/>
        <p:txBody>
          <a:bodyPr/>
          <a:lstStyle/>
          <a:p>
            <a:r>
              <a:t>AWS Data Platform Workflow</a:t>
            </a:r>
          </a:p>
        </p:txBody>
      </p:sp>
      <p:sp>
        <p:nvSpPr>
          <p:cNvPr id="6" name="Text Placeholder 5"/>
          <p:cNvSpPr>
            <a:spLocks noGrp="1"/>
          </p:cNvSpPr>
          <p:nvPr>
            <p:ph type="body" idx="19" sz="quarter"/>
          </p:nvPr>
        </p:nvSpPr>
        <p:spPr/>
        <p:txBody>
          <a:bodyPr/>
          <a:lstStyle/>
          <a:p>
            <a:r>
              <a:t>Sep 14, 2026</a:t>
            </a:r>
          </a:p>
        </p:txBody>
      </p:sp>
      <p:pic>
        <p:nvPicPr>
          <p:cNvPr id="11" name="Picture 10" descr="image.wmf"/>
          <p:cNvPicPr>
            <a:picLocks noChangeAspect="1"/>
          </p:cNvPicPr>
          <p:nvPr/>
        </p:nvPicPr>
        <p:blipFill>
          <a:blip r:embed="rId4"/>
          <a:stretch>
            <a:fillRect/>
          </a:stretch>
        </p:blipFill>
        <p:spPr>
          <a:xfrm>
            <a:off x="280636" y="222400"/>
            <a:ext cx="2471962" cy="100283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table_of_contents_slide">
    <p:spTree>
      <p:nvGrpSpPr>
        <p:cNvPr id="1" name=""/>
        <p:cNvGrpSpPr/>
        <p:nvPr/>
      </p:nvGrpSpPr>
      <p:grpSpPr/>
      <p:sp>
        <p:nvSpPr>
          <p:cNvPr id="2" name="Title 1"/>
          <p:cNvSpPr>
            <a:spLocks noGrp="1"/>
          </p:cNvSpPr>
          <p:nvPr>
            <p:ph type="title"/>
          </p:nvPr>
        </p:nvSpPr>
        <p:spPr/>
        <p:txBody>
          <a:bodyPr/>
          <a:lstStyle/>
          <a:p>
            <a:r>
              <a:t>AWS Data Platform Workflow</a:t>
            </a:r>
          </a:p>
          <a:p>
            <a:r>
              <a:t>AWS Monitoring, ML Training, Deployment</a:t>
            </a:r>
          </a:p>
        </p:txBody>
      </p:sp>
      <p:sp>
        <p:nvSpPr>
          <p:cNvPr id="3" name="Text Placeholder 2"/>
          <p:cNvSpPr>
            <a:spLocks noGrp="1"/>
          </p:cNvSpPr>
          <p:nvPr>
            <p:ph type="body" idx="19" sz="quarter"/>
          </p:nvPr>
        </p:nvSpPr>
        <p:spPr/>
        <p:txBody>
          <a:bodyPr/>
          <a:lstStyle/>
          <a:p>
            <a:r>
              <a:t>Table of Contents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section_divider_slide">
    <p:spTree>
      <p:nvGrpSpPr>
        <p:cNvPr id="1" name=""/>
        <p:cNvGrpSpPr/>
        <p:nvPr/>
      </p:nvGrpSpPr>
      <p:grpSpPr/>
      <p:sp>
        <p:nvSpPr>
          <p:cNvPr id="2" name="Title 1"/>
          <p:cNvSpPr>
            <a:spLocks noGrp="1"/>
          </p:cNvSpPr>
          <p:nvPr>
            <p:ph type="title"/>
          </p:nvPr>
        </p:nvSpPr>
        <p:spPr/>
        <p:txBody>
          <a:bodyPr/>
          <a:lstStyle/>
          <a:p>
            <a:r>
              <a:t>1. AWS Data Platform Workflow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four_columns_slide">
    <p:spTree>
      <p:nvGrpSpPr>
        <p:cNvPr id="1" name=""/>
        <p:cNvGrpSpPr/>
        <p:nvPr/>
      </p:nvGrpSpPr>
      <p:grpSpPr/>
      <p:sp>
        <p:nvSpPr>
          <p:cNvPr id="2" name="Text Placeholder 1"/>
          <p:cNvSpPr>
            <a:spLocks noGrp="1"/>
          </p:cNvSpPr>
          <p:nvPr>
            <p:ph type="body" idx="27" sz="quarter"/>
          </p:nvPr>
        </p:nvSpPr>
        <p:spPr/>
        <p:txBody>
          <a:bodyPr/>
          <a:lstStyle/>
          <a:p>
            <a:r>
              <a:t>This workflow illustrates core AWS data movement from ingestion to business intelligence and reporting, streamlining integration, analytics, and user access.</a:t>
            </a:r>
          </a:p>
        </p:txBody>
      </p:sp>
      <p:pic>
        <p:nvPicPr>
          <p:cNvPr id="19" name="Picture 18" descr="image.wmf"/>
          <p:cNvPicPr>
            <a:picLocks noChangeAspect="1"/>
          </p:cNvPicPr>
          <p:nvPr/>
        </p:nvPicPr>
        <p:blipFill>
          <a:blip r:embed="rId2"/>
          <a:stretch>
            <a:fillRect/>
          </a:stretch>
        </p:blipFill>
        <p:spPr>
          <a:xfrm>
            <a:off x="9296951" y="1954600"/>
            <a:ext cx="764411" cy="764411"/>
          </a:xfrm>
          <a:prstGeom prst="rect">
            <a:avLst/>
          </a:prstGeom>
        </p:spPr>
      </p:pic>
      <p:sp>
        <p:nvSpPr>
          <p:cNvPr id="4" name="Text Placeholder 3"/>
          <p:cNvSpPr>
            <a:spLocks noGrp="1"/>
          </p:cNvSpPr>
          <p:nvPr>
            <p:ph type="body" idx="25" sz="quarter"/>
          </p:nvPr>
        </p:nvSpPr>
        <p:spPr/>
        <p:txBody>
          <a:bodyPr/>
          <a:lstStyle/>
          <a:p>
            <a:r>
              <a:t>Move source data (CSV, JSON, etc.) securely to designated Amazon S3 buckets for scalable, low-cost, highly durable storage as your single data source repository. Manages both raw and processed datasets supporting regulatory and audit requirements.</a:t>
            </a:r>
          </a:p>
        </p:txBody>
      </p:sp>
      <p:sp>
        <p:nvSpPr>
          <p:cNvPr id="5" name="Text Placeholder 4"/>
          <p:cNvSpPr>
            <a:spLocks noGrp="1"/>
          </p:cNvSpPr>
          <p:nvPr>
            <p:ph type="body" idx="26" sz="quarter"/>
          </p:nvPr>
        </p:nvSpPr>
        <p:spPr/>
        <p:txBody>
          <a:bodyPr/>
          <a:lstStyle/>
          <a:p>
            <a:r>
              <a:t>S3 Ingestion</a:t>
            </a:r>
          </a:p>
        </p:txBody>
      </p:sp>
      <p:pic>
        <p:nvPicPr>
          <p:cNvPr id="20" name="Picture 19" descr="image.wmf"/>
          <p:cNvPicPr>
            <a:picLocks noChangeAspect="1"/>
          </p:cNvPicPr>
          <p:nvPr/>
        </p:nvPicPr>
        <p:blipFill>
          <a:blip r:embed="rId3"/>
          <a:stretch>
            <a:fillRect/>
          </a:stretch>
        </p:blipFill>
        <p:spPr>
          <a:xfrm>
            <a:off x="6378640" y="1954928"/>
            <a:ext cx="764411" cy="764411"/>
          </a:xfrm>
          <a:prstGeom prst="rect">
            <a:avLst/>
          </a:prstGeom>
        </p:spPr>
      </p:pic>
      <p:sp>
        <p:nvSpPr>
          <p:cNvPr id="7" name="Text Placeholder 6"/>
          <p:cNvSpPr>
            <a:spLocks noGrp="1"/>
          </p:cNvSpPr>
          <p:nvPr>
            <p:ph type="body" idx="28" sz="quarter"/>
          </p:nvPr>
        </p:nvSpPr>
        <p:spPr/>
        <p:txBody>
          <a:bodyPr/>
          <a:lstStyle/>
          <a:p>
            <a:r>
              <a:t>Launch and configure an Amazon Redshift cluster. Create target dimensional/fact tables mapped to analytics use cases. Use Redshift COPY commands to quickly and reliably load large data sets in parallel directly from S3. This centralizes data for high-performance SQL-based analytics.</a:t>
            </a:r>
          </a:p>
        </p:txBody>
      </p:sp>
      <p:sp>
        <p:nvSpPr>
          <p:cNvPr id="8" name="Text Placeholder 7"/>
          <p:cNvSpPr>
            <a:spLocks noGrp="1"/>
          </p:cNvSpPr>
          <p:nvPr>
            <p:ph type="body" idx="29" sz="quarter"/>
          </p:nvPr>
        </p:nvSpPr>
        <p:spPr/>
        <p:txBody>
          <a:bodyPr/>
          <a:lstStyle/>
          <a:p>
            <a:r>
              <a:t>Redshift Loading</a:t>
            </a:r>
          </a:p>
        </p:txBody>
      </p:sp>
      <p:pic>
        <p:nvPicPr>
          <p:cNvPr id="21" name="Picture 20" descr="image.wmf"/>
          <p:cNvPicPr>
            <a:picLocks noChangeAspect="1"/>
          </p:cNvPicPr>
          <p:nvPr/>
        </p:nvPicPr>
        <p:blipFill>
          <a:blip r:embed="rId3"/>
          <a:stretch>
            <a:fillRect/>
          </a:stretch>
        </p:blipFill>
        <p:spPr>
          <a:xfrm>
            <a:off x="3498964" y="1954600"/>
            <a:ext cx="764411" cy="764411"/>
          </a:xfrm>
          <a:prstGeom prst="rect">
            <a:avLst/>
          </a:prstGeom>
        </p:spPr>
      </p:pic>
      <p:sp>
        <p:nvSpPr>
          <p:cNvPr id="10" name="Text Placeholder 9"/>
          <p:cNvSpPr>
            <a:spLocks noGrp="1"/>
          </p:cNvSpPr>
          <p:nvPr>
            <p:ph type="body" idx="23" sz="quarter"/>
          </p:nvPr>
        </p:nvSpPr>
        <p:spPr/>
        <p:txBody>
          <a:bodyPr/>
          <a:lstStyle/>
          <a:p>
            <a:r>
              <a:t>Establish direct, secure connection from Amazon Redshift to Microsoft Power BI using ODBC/JDBC drivers. Enable BI teams to build interactive dashboards and reports, supporting broad business and analytics requirements without additional ETL pipelines.</a:t>
            </a:r>
          </a:p>
        </p:txBody>
      </p:sp>
      <p:sp>
        <p:nvSpPr>
          <p:cNvPr id="11" name="Text Placeholder 10"/>
          <p:cNvSpPr>
            <a:spLocks noGrp="1"/>
          </p:cNvSpPr>
          <p:nvPr>
            <p:ph type="body" idx="24" sz="quarter"/>
          </p:nvPr>
        </p:nvSpPr>
        <p:spPr/>
        <p:txBody>
          <a:bodyPr/>
          <a:lstStyle/>
          <a:p>
            <a:r>
              <a:t>Power BI Connection</a:t>
            </a:r>
          </a:p>
        </p:txBody>
      </p:sp>
      <p:pic>
        <p:nvPicPr>
          <p:cNvPr id="22" name="Picture 21" descr="image.wmf"/>
          <p:cNvPicPr>
            <a:picLocks noChangeAspect="1"/>
          </p:cNvPicPr>
          <p:nvPr/>
        </p:nvPicPr>
        <p:blipFill>
          <a:blip r:embed="rId4"/>
          <a:stretch>
            <a:fillRect/>
          </a:stretch>
        </p:blipFill>
        <p:spPr>
          <a:xfrm>
            <a:off x="615638" y="1954600"/>
            <a:ext cx="764411" cy="764411"/>
          </a:xfrm>
          <a:prstGeom prst="rect">
            <a:avLst/>
          </a:prstGeom>
        </p:spPr>
      </p:pic>
      <p:sp>
        <p:nvSpPr>
          <p:cNvPr id="13" name="Text Placeholder 12"/>
          <p:cNvSpPr>
            <a:spLocks noGrp="1"/>
          </p:cNvSpPr>
          <p:nvPr>
            <p:ph type="body" idx="21" sz="quarter"/>
          </p:nvPr>
        </p:nvSpPr>
        <p:spPr/>
        <p:txBody>
          <a:bodyPr/>
          <a:lstStyle/>
          <a:p>
            <a:r>
              <a:t>Use AWS DynamoDB Streams to export new transactional records in real time to S3. Configure SNS to send immediate alerts for record insertions, supporting integrations, compliance, and end-to-end observability via automated notifications.</a:t>
            </a:r>
          </a:p>
        </p:txBody>
      </p:sp>
      <p:sp>
        <p:nvSpPr>
          <p:cNvPr id="14" name="Text Placeholder 13"/>
          <p:cNvSpPr>
            <a:spLocks noGrp="1"/>
          </p:cNvSpPr>
          <p:nvPr>
            <p:ph type="body" idx="22" sz="quarter"/>
          </p:nvPr>
        </p:nvSpPr>
        <p:spPr/>
        <p:txBody>
          <a:bodyPr/>
          <a:lstStyle/>
          <a:p>
            <a:r>
              <a:t>DynamoDB &amp; SNS</a:t>
            </a:r>
          </a:p>
        </p:txBody>
      </p:sp>
      <p:sp>
        <p:nvSpPr>
          <p:cNvPr id="16" name="Text Placeholder 15"/>
          <p:cNvSpPr>
            <a:spLocks noGrp="1"/>
          </p:cNvSpPr>
          <p:nvPr>
            <p:ph type="body" idx="36" sz="quarter"/>
          </p:nvPr>
        </p:nvSpPr>
        <p:spPr/>
        <p:txBody>
          <a:bodyPr/>
          <a:lstStyle/>
          <a:p>
            <a:r>
              <a:t>Showcasing seamless AWS-native flow for data analysis, warehousing, notification, and BI connectivity.</a:t>
            </a:r>
          </a:p>
        </p:txBody>
      </p:sp>
      <p:sp>
        <p:nvSpPr>
          <p:cNvPr id="17" name="Text Placeholder 16"/>
          <p:cNvSpPr>
            <a:spLocks noGrp="1"/>
          </p:cNvSpPr>
          <p:nvPr>
            <p:ph type="body" idx="10" sz="quarter"/>
          </p:nvPr>
        </p:nvSpPr>
        <p:spPr/>
        <p:txBody>
          <a:bodyPr/>
          <a:lstStyle/>
          <a:p>
            <a:r>
              <a:t>Data Ingestion and Integration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three_columns_slide">
    <p:spTree>
      <p:nvGrpSpPr>
        <p:cNvPr id="1" name=""/>
        <p:cNvGrpSpPr/>
        <p:nvPr/>
      </p:nvGrpSpPr>
      <p:grpSpPr/>
      <p:sp>
        <p:nvSpPr>
          <p:cNvPr id="2" name="Text Placeholder 1"/>
          <p:cNvSpPr>
            <a:spLocks noGrp="1"/>
          </p:cNvSpPr>
          <p:nvPr>
            <p:ph type="body" idx="27" sz="quarter"/>
          </p:nvPr>
        </p:nvSpPr>
        <p:spPr/>
        <p:txBody>
          <a:bodyPr/>
          <a:lstStyle/>
          <a:p>
            <a:r>
              <a:t>This cycle enables data movement into Redshift for Power BI, parallel S3 QuickSight analytics, and automated alerting with robust governance.</a:t>
            </a:r>
          </a:p>
        </p:txBody>
      </p:sp>
      <p:pic>
        <p:nvPicPr>
          <p:cNvPr id="16" name="Picture 15" descr="image.wmf"/>
          <p:cNvPicPr>
            <a:picLocks noChangeAspect="1"/>
          </p:cNvPicPr>
          <p:nvPr/>
        </p:nvPicPr>
        <p:blipFill>
          <a:blip r:embed="rId2"/>
          <a:stretch>
            <a:fillRect/>
          </a:stretch>
        </p:blipFill>
        <p:spPr>
          <a:xfrm>
            <a:off x="8416136" y="1969396"/>
            <a:ext cx="836195" cy="836195"/>
          </a:xfrm>
          <a:prstGeom prst="rect">
            <a:avLst/>
          </a:prstGeom>
        </p:spPr>
      </p:pic>
      <p:sp>
        <p:nvSpPr>
          <p:cNvPr id="4" name="Text Placeholder 3"/>
          <p:cNvSpPr>
            <a:spLocks noGrp="1"/>
          </p:cNvSpPr>
          <p:nvPr>
            <p:ph type="body" idx="25" sz="quarter"/>
          </p:nvPr>
        </p:nvSpPr>
        <p:spPr/>
        <p:txBody>
          <a:bodyPr/>
          <a:lstStyle/>
          <a:p>
            <a:r>
              <a:t>Configure S3-to-Amazon QuickSight integration for cloud-native analytics capabilities, replicating and automating five core Power BI report types. Support secure, shared access to visuals and dashboards across business units.</a:t>
            </a:r>
          </a:p>
        </p:txBody>
      </p:sp>
      <p:sp>
        <p:nvSpPr>
          <p:cNvPr id="5" name="Text Placeholder 4"/>
          <p:cNvSpPr>
            <a:spLocks noGrp="1"/>
          </p:cNvSpPr>
          <p:nvPr>
            <p:ph type="body" idx="26" sz="quarter"/>
          </p:nvPr>
        </p:nvSpPr>
        <p:spPr/>
        <p:txBody>
          <a:bodyPr/>
          <a:lstStyle/>
          <a:p>
            <a:r>
              <a:t>Quicksight Analysis</a:t>
            </a:r>
          </a:p>
        </p:txBody>
      </p:sp>
      <p:pic>
        <p:nvPicPr>
          <p:cNvPr id="17" name="Picture 16" descr="image.wmf"/>
          <p:cNvPicPr>
            <a:picLocks noChangeAspect="1"/>
          </p:cNvPicPr>
          <p:nvPr/>
        </p:nvPicPr>
        <p:blipFill>
          <a:blip r:embed="rId3"/>
          <a:stretch>
            <a:fillRect/>
          </a:stretch>
        </p:blipFill>
        <p:spPr>
          <a:xfrm>
            <a:off x="4502627" y="1969396"/>
            <a:ext cx="836195" cy="836195"/>
          </a:xfrm>
          <a:prstGeom prst="rect">
            <a:avLst/>
          </a:prstGeom>
        </p:spPr>
      </p:pic>
      <p:sp>
        <p:nvSpPr>
          <p:cNvPr id="7" name="Text Placeholder 6"/>
          <p:cNvSpPr>
            <a:spLocks noGrp="1"/>
          </p:cNvSpPr>
          <p:nvPr>
            <p:ph type="body" idx="23" sz="quarter"/>
          </p:nvPr>
        </p:nvSpPr>
        <p:spPr/>
        <p:txBody>
          <a:bodyPr/>
          <a:lstStyle/>
          <a:p>
            <a:r>
              <a:t>DynamoDB triggers real-time push of new records and streams to S3 for backup and analysis. SNS notification integration provides immediate, automated alerts for new record detection, facilitating prompt user and system action with workflow extensibility.</a:t>
            </a:r>
          </a:p>
        </p:txBody>
      </p:sp>
      <p:sp>
        <p:nvSpPr>
          <p:cNvPr id="8" name="Text Placeholder 7"/>
          <p:cNvSpPr>
            <a:spLocks noGrp="1"/>
          </p:cNvSpPr>
          <p:nvPr>
            <p:ph type="body" idx="24" sz="quarter"/>
          </p:nvPr>
        </p:nvSpPr>
        <p:spPr/>
        <p:txBody>
          <a:bodyPr/>
          <a:lstStyle/>
          <a:p>
            <a:r>
              <a:t>DynamoDB to S3</a:t>
            </a:r>
          </a:p>
        </p:txBody>
      </p:sp>
      <p:pic>
        <p:nvPicPr>
          <p:cNvPr id="18" name="Picture 17" descr="image.wmf"/>
          <p:cNvPicPr>
            <a:picLocks noChangeAspect="1"/>
          </p:cNvPicPr>
          <p:nvPr/>
        </p:nvPicPr>
        <p:blipFill>
          <a:blip r:embed="rId4"/>
          <a:stretch>
            <a:fillRect/>
          </a:stretch>
        </p:blipFill>
        <p:spPr>
          <a:xfrm>
            <a:off x="589119" y="1971162"/>
            <a:ext cx="836195" cy="836195"/>
          </a:xfrm>
          <a:prstGeom prst="rect">
            <a:avLst/>
          </a:prstGeom>
        </p:spPr>
      </p:pic>
      <p:sp>
        <p:nvSpPr>
          <p:cNvPr id="10" name="Text Placeholder 9"/>
          <p:cNvSpPr>
            <a:spLocks noGrp="1"/>
          </p:cNvSpPr>
          <p:nvPr>
            <p:ph type="body" idx="21" sz="quarter"/>
          </p:nvPr>
        </p:nvSpPr>
        <p:spPr/>
        <p:txBody>
          <a:bodyPr/>
          <a:lstStyle/>
          <a:p>
            <a:r>
              <a:t>Quickly move ingested files to S3. Leverage S3 events, Lambda, and Redshift COPY commands for automated, high-throughput data loading. Enables robust, traceable, and cost-effective ETL/ELT pipeline operation supporting audit trails.</a:t>
            </a:r>
          </a:p>
        </p:txBody>
      </p:sp>
      <p:sp>
        <p:nvSpPr>
          <p:cNvPr id="11" name="Text Placeholder 10"/>
          <p:cNvSpPr>
            <a:spLocks noGrp="1"/>
          </p:cNvSpPr>
          <p:nvPr>
            <p:ph type="body" idx="22" sz="quarter"/>
          </p:nvPr>
        </p:nvSpPr>
        <p:spPr/>
        <p:txBody>
          <a:bodyPr/>
          <a:lstStyle/>
          <a:p>
            <a:r>
              <a:t>S3 to Redshift</a:t>
            </a:r>
          </a:p>
        </p:txBody>
      </p:sp>
      <p:sp>
        <p:nvSpPr>
          <p:cNvPr id="12" name="Text Placeholder 11"/>
          <p:cNvSpPr>
            <a:spLocks noGrp="1"/>
          </p:cNvSpPr>
          <p:nvPr>
            <p:ph type="body" idx="30" sz="quarter"/>
          </p:nvPr>
        </p:nvSpPr>
        <p:spPr/>
        <p:txBody>
          <a:bodyPr/>
          <a:lstStyle/>
          <a:p>
            <a:r>
              <a:t>Multi-path analytics and automation for real-time and scheduled reporting.</a:t>
            </a:r>
          </a:p>
        </p:txBody>
      </p:sp>
      <p:sp>
        <p:nvSpPr>
          <p:cNvPr id="13" name="Text Placeholder 12"/>
          <p:cNvSpPr>
            <a:spLocks noGrp="1"/>
          </p:cNvSpPr>
          <p:nvPr>
            <p:ph type="body" idx="10" sz="quarter"/>
          </p:nvPr>
        </p:nvSpPr>
        <p:spPr/>
        <p:txBody>
          <a:bodyPr/>
          <a:lstStyle/>
          <a:p>
            <a:r>
              <a:t>Data Warehousing &amp; Analytics Paths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section_divider_slide">
    <p:spTree>
      <p:nvGrpSpPr>
        <p:cNvPr id="1" name=""/>
        <p:cNvGrpSpPr/>
        <p:nvPr/>
      </p:nvGrpSpPr>
      <p:grpSpPr/>
      <p:sp>
        <p:nvSpPr>
          <p:cNvPr id="2" name="Title 1"/>
          <p:cNvSpPr>
            <a:spLocks noGrp="1"/>
          </p:cNvSpPr>
          <p:nvPr>
            <p:ph type="title"/>
          </p:nvPr>
        </p:nvSpPr>
        <p:spPr/>
        <p:txBody>
          <a:bodyPr/>
          <a:lstStyle/>
          <a:p>
            <a:r>
              <a:t>2. AWS Monitoring, ML Training, Deployment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four_columns_slide">
    <p:spTree>
      <p:nvGrpSpPr>
        <p:cNvPr id="1" name=""/>
        <p:cNvGrpSpPr/>
        <p:nvPr/>
      </p:nvGrpSpPr>
      <p:grpSpPr/>
      <p:sp>
        <p:nvSpPr>
          <p:cNvPr id="2" name="Text Placeholder 1"/>
          <p:cNvSpPr>
            <a:spLocks noGrp="1"/>
          </p:cNvSpPr>
          <p:nvPr>
            <p:ph type="body" idx="27" sz="quarter"/>
          </p:nvPr>
        </p:nvSpPr>
        <p:spPr/>
        <p:txBody>
          <a:bodyPr/>
          <a:lstStyle/>
          <a:p>
            <a:r>
              <a:t>This diagram illustrates automatic monitoring, audit logging, and the complete machine learning life cycle in the AWS cloud.</a:t>
            </a:r>
          </a:p>
        </p:txBody>
      </p:sp>
      <p:pic>
        <p:nvPicPr>
          <p:cNvPr id="19" name="Picture 18" descr="image.wmf"/>
          <p:cNvPicPr>
            <a:picLocks noChangeAspect="1"/>
          </p:cNvPicPr>
          <p:nvPr/>
        </p:nvPicPr>
        <p:blipFill>
          <a:blip r:embed="rId2"/>
          <a:stretch>
            <a:fillRect/>
          </a:stretch>
        </p:blipFill>
        <p:spPr>
          <a:xfrm>
            <a:off x="9296951" y="1954600"/>
            <a:ext cx="764411" cy="764411"/>
          </a:xfrm>
          <a:prstGeom prst="rect">
            <a:avLst/>
          </a:prstGeom>
        </p:spPr>
      </p:pic>
      <p:sp>
        <p:nvSpPr>
          <p:cNvPr id="4" name="Text Placeholder 3"/>
          <p:cNvSpPr>
            <a:spLocks noGrp="1"/>
          </p:cNvSpPr>
          <p:nvPr>
            <p:ph type="body" idx="25" sz="quarter"/>
          </p:nvPr>
        </p:nvSpPr>
        <p:spPr/>
        <p:txBody>
          <a:bodyPr/>
          <a:lstStyle/>
          <a:p>
            <a:r>
              <a:t>Configure CloudWatch to monitor bucket usage and trigger an alarm action when total S3 storage exceeds 10 MB. Enables proactive capacity alerts for admin teams, providing an automated threshold guardrail to avoid application errors.</a:t>
            </a:r>
          </a:p>
        </p:txBody>
      </p:sp>
      <p:sp>
        <p:nvSpPr>
          <p:cNvPr id="5" name="Text Placeholder 4"/>
          <p:cNvSpPr>
            <a:spLocks noGrp="1"/>
          </p:cNvSpPr>
          <p:nvPr>
            <p:ph type="body" idx="26" sz="quarter"/>
          </p:nvPr>
        </p:nvSpPr>
        <p:spPr/>
        <p:txBody>
          <a:bodyPr/>
          <a:lstStyle/>
          <a:p>
            <a:r>
              <a:t>S3 Monitoring</a:t>
            </a:r>
          </a:p>
        </p:txBody>
      </p:sp>
      <p:pic>
        <p:nvPicPr>
          <p:cNvPr id="20" name="Picture 19" descr="image.wmf"/>
          <p:cNvPicPr>
            <a:picLocks noChangeAspect="1"/>
          </p:cNvPicPr>
          <p:nvPr/>
        </p:nvPicPr>
        <p:blipFill>
          <a:blip r:embed="rId3"/>
          <a:stretch>
            <a:fillRect/>
          </a:stretch>
        </p:blipFill>
        <p:spPr>
          <a:xfrm>
            <a:off x="6378640" y="1954928"/>
            <a:ext cx="764411" cy="764411"/>
          </a:xfrm>
          <a:prstGeom prst="rect">
            <a:avLst/>
          </a:prstGeom>
        </p:spPr>
      </p:pic>
      <p:sp>
        <p:nvSpPr>
          <p:cNvPr id="7" name="Text Placeholder 6"/>
          <p:cNvSpPr>
            <a:spLocks noGrp="1"/>
          </p:cNvSpPr>
          <p:nvPr>
            <p:ph type="body" idx="28" sz="quarter"/>
          </p:nvPr>
        </p:nvSpPr>
        <p:spPr/>
        <p:txBody>
          <a:bodyPr/>
          <a:lstStyle/>
          <a:p>
            <a:r>
              <a:t>Lambda function responds to S3 PUT event. Logs each event to CloudTrail with timestamp, file type, and size detail for security, audit, and compliance. Ensures traceability of all data flow and object management actions in S3.</a:t>
            </a:r>
          </a:p>
        </p:txBody>
      </p:sp>
      <p:sp>
        <p:nvSpPr>
          <p:cNvPr id="8" name="Text Placeholder 7"/>
          <p:cNvSpPr>
            <a:spLocks noGrp="1"/>
          </p:cNvSpPr>
          <p:nvPr>
            <p:ph type="body" idx="29" sz="quarter"/>
          </p:nvPr>
        </p:nvSpPr>
        <p:spPr/>
        <p:txBody>
          <a:bodyPr/>
          <a:lstStyle/>
          <a:p>
            <a:r>
              <a:t>S3 Auditing</a:t>
            </a:r>
          </a:p>
        </p:txBody>
      </p:sp>
      <p:pic>
        <p:nvPicPr>
          <p:cNvPr id="21" name="Picture 20" descr="image.wmf"/>
          <p:cNvPicPr>
            <a:picLocks noChangeAspect="1"/>
          </p:cNvPicPr>
          <p:nvPr/>
        </p:nvPicPr>
        <p:blipFill>
          <a:blip r:embed="rId4"/>
          <a:stretch>
            <a:fillRect/>
          </a:stretch>
        </p:blipFill>
        <p:spPr>
          <a:xfrm>
            <a:off x="3498964" y="1954600"/>
            <a:ext cx="764411" cy="764411"/>
          </a:xfrm>
          <a:prstGeom prst="rect">
            <a:avLst/>
          </a:prstGeom>
        </p:spPr>
      </p:pic>
      <p:sp>
        <p:nvSpPr>
          <p:cNvPr id="10" name="Text Placeholder 9"/>
          <p:cNvSpPr>
            <a:spLocks noGrp="1"/>
          </p:cNvSpPr>
          <p:nvPr>
            <p:ph type="body" idx="23" sz="quarter"/>
          </p:nvPr>
        </p:nvSpPr>
        <p:spPr/>
        <p:txBody>
          <a:bodyPr/>
          <a:lstStyle/>
          <a:p>
            <a:r>
              <a:t>Use AWS SageMaker for data prep, build/train ML models, and select correct evaluation metrics (accuracy, F1, ROC-AUC, etc.). Achieve reproducible training with scalable compute, versioning, and hyperparameter optimization tailored to business use cases.</a:t>
            </a:r>
          </a:p>
        </p:txBody>
      </p:sp>
      <p:sp>
        <p:nvSpPr>
          <p:cNvPr id="11" name="Text Placeholder 10"/>
          <p:cNvSpPr>
            <a:spLocks noGrp="1"/>
          </p:cNvSpPr>
          <p:nvPr>
            <p:ph type="body" idx="24" sz="quarter"/>
          </p:nvPr>
        </p:nvSpPr>
        <p:spPr/>
        <p:txBody>
          <a:bodyPr/>
          <a:lstStyle/>
          <a:p>
            <a:r>
              <a:t>ML Training</a:t>
            </a:r>
          </a:p>
        </p:txBody>
      </p:sp>
      <p:pic>
        <p:nvPicPr>
          <p:cNvPr id="22" name="Picture 21" descr="image.wmf"/>
          <p:cNvPicPr>
            <a:picLocks noChangeAspect="1"/>
          </p:cNvPicPr>
          <p:nvPr/>
        </p:nvPicPr>
        <p:blipFill>
          <a:blip r:embed="rId4"/>
          <a:stretch>
            <a:fillRect/>
          </a:stretch>
        </p:blipFill>
        <p:spPr>
          <a:xfrm>
            <a:off x="615638" y="1954600"/>
            <a:ext cx="764411" cy="764411"/>
          </a:xfrm>
          <a:prstGeom prst="rect">
            <a:avLst/>
          </a:prstGeom>
        </p:spPr>
      </p:pic>
      <p:sp>
        <p:nvSpPr>
          <p:cNvPr id="13" name="Text Placeholder 12"/>
          <p:cNvSpPr>
            <a:spLocks noGrp="1"/>
          </p:cNvSpPr>
          <p:nvPr>
            <p:ph type="body" idx="21" sz="quarter"/>
          </p:nvPr>
        </p:nvSpPr>
        <p:spPr/>
        <p:txBody>
          <a:bodyPr/>
          <a:lstStyle/>
          <a:p>
            <a:r>
              <a:t>Deploy best-performing model to SageMaker Endpoint for scalable, real-time inference in applications. Enable automated batch or stream scoring and support continuous improvement in performance over time—integrated with the AWS security perimeter.</a:t>
            </a:r>
          </a:p>
        </p:txBody>
      </p:sp>
      <p:sp>
        <p:nvSpPr>
          <p:cNvPr id="14" name="Text Placeholder 13"/>
          <p:cNvSpPr>
            <a:spLocks noGrp="1"/>
          </p:cNvSpPr>
          <p:nvPr>
            <p:ph type="body" idx="22" sz="quarter"/>
          </p:nvPr>
        </p:nvSpPr>
        <p:spPr/>
        <p:txBody>
          <a:bodyPr/>
          <a:lstStyle/>
          <a:p>
            <a:r>
              <a:t>Model Deployment</a:t>
            </a:r>
          </a:p>
        </p:txBody>
      </p:sp>
      <p:sp>
        <p:nvSpPr>
          <p:cNvPr id="16" name="Text Placeholder 15"/>
          <p:cNvSpPr>
            <a:spLocks noGrp="1"/>
          </p:cNvSpPr>
          <p:nvPr>
            <p:ph type="body" idx="36" sz="quarter"/>
          </p:nvPr>
        </p:nvSpPr>
        <p:spPr/>
        <p:txBody>
          <a:bodyPr/>
          <a:lstStyle/>
          <a:p>
            <a:r>
              <a:t>Automated S3 monitoring, logging, and end-to-end SageMaker ML pipeline in production.</a:t>
            </a:r>
          </a:p>
        </p:txBody>
      </p:sp>
      <p:sp>
        <p:nvSpPr>
          <p:cNvPr id="17" name="Text Placeholder 16"/>
          <p:cNvSpPr>
            <a:spLocks noGrp="1"/>
          </p:cNvSpPr>
          <p:nvPr>
            <p:ph type="body" idx="10" sz="quarter"/>
          </p:nvPr>
        </p:nvSpPr>
        <p:spPr/>
        <p:txBody>
          <a:bodyPr/>
          <a:lstStyle/>
          <a:p>
            <a:r>
              <a:t>Monitoring &amp; ML Lifecycle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four_cause_effect_slide">
    <p:spTree>
      <p:nvGrpSpPr>
        <p:cNvPr id="1" name=""/>
        <p:cNvGrpSpPr/>
        <p:nvPr/>
      </p:nvGrpSpPr>
      <p:grpSpPr/>
      <p:sp>
        <p:nvSpPr>
          <p:cNvPr id="3" name="Text Placeholder 2"/>
          <p:cNvSpPr>
            <a:spLocks noGrp="1"/>
          </p:cNvSpPr>
          <p:nvPr>
            <p:ph type="body" idx="21" sz="quarter"/>
          </p:nvPr>
        </p:nvSpPr>
        <p:spPr/>
        <p:txBody>
          <a:bodyPr/>
          <a:lstStyle/>
          <a:p>
            <a:r>
              <a:t>CloudWatch Alarm</a:t>
            </a:r>
          </a:p>
        </p:txBody>
      </p:sp>
      <p:sp>
        <p:nvSpPr>
          <p:cNvPr id="4" name="Text Placeholder 3"/>
          <p:cNvSpPr>
            <a:spLocks noGrp="1"/>
          </p:cNvSpPr>
          <p:nvPr>
            <p:ph type="body" idx="24" sz="quarter"/>
          </p:nvPr>
        </p:nvSpPr>
        <p:spPr/>
        <p:txBody>
          <a:bodyPr/>
          <a:lstStyle/>
          <a:p>
            <a:r>
              <a:t>Triggers on S3 usage &gt;10 MB.</a:t>
            </a:r>
          </a:p>
          <a:p>
            <a:r>
              <a:t>Notifies response teams for action.</a:t>
            </a:r>
          </a:p>
        </p:txBody>
      </p:sp>
      <p:sp>
        <p:nvSpPr>
          <p:cNvPr id="5" name="Text Placeholder 4"/>
          <p:cNvSpPr>
            <a:spLocks noGrp="1"/>
          </p:cNvSpPr>
          <p:nvPr>
            <p:ph type="body" idx="22" sz="quarter"/>
          </p:nvPr>
        </p:nvSpPr>
        <p:spPr/>
        <p:txBody>
          <a:bodyPr/>
          <a:lstStyle/>
          <a:p>
            <a:r>
              <a:t>Lambda Logging</a:t>
            </a:r>
          </a:p>
        </p:txBody>
      </p:sp>
      <p:sp>
        <p:nvSpPr>
          <p:cNvPr id="6" name="Text Placeholder 5"/>
          <p:cNvSpPr>
            <a:spLocks noGrp="1"/>
          </p:cNvSpPr>
          <p:nvPr>
            <p:ph type="body" idx="25" sz="quarter"/>
          </p:nvPr>
        </p:nvSpPr>
        <p:spPr/>
        <p:txBody>
          <a:bodyPr/>
          <a:lstStyle/>
          <a:p>
            <a:r>
              <a:t>Captures S3 file type/size.</a:t>
            </a:r>
          </a:p>
          <a:p>
            <a:r>
              <a:t>Logs every event in CloudTrail.</a:t>
            </a:r>
          </a:p>
        </p:txBody>
      </p:sp>
      <p:sp>
        <p:nvSpPr>
          <p:cNvPr id="7" name="Text Placeholder 6"/>
          <p:cNvSpPr>
            <a:spLocks noGrp="1"/>
          </p:cNvSpPr>
          <p:nvPr>
            <p:ph type="body" idx="23" sz="quarter"/>
          </p:nvPr>
        </p:nvSpPr>
        <p:spPr/>
        <p:txBody>
          <a:bodyPr/>
          <a:lstStyle/>
          <a:p>
            <a:r>
              <a:t>SageMaker Training</a:t>
            </a:r>
          </a:p>
        </p:txBody>
      </p:sp>
      <p:sp>
        <p:nvSpPr>
          <p:cNvPr id="8" name="Text Placeholder 7"/>
          <p:cNvSpPr>
            <a:spLocks noGrp="1"/>
          </p:cNvSpPr>
          <p:nvPr>
            <p:ph type="body" idx="26" sz="quarter"/>
          </p:nvPr>
        </p:nvSpPr>
        <p:spPr/>
        <p:txBody>
          <a:bodyPr/>
          <a:lstStyle/>
          <a:p>
            <a:r>
              <a:t>Data prep and model building.</a:t>
            </a:r>
          </a:p>
          <a:p>
            <a:r>
              <a:t>Selects best ML evaluation metric.</a:t>
            </a:r>
          </a:p>
        </p:txBody>
      </p:sp>
      <p:sp>
        <p:nvSpPr>
          <p:cNvPr id="9" name="Text Placeholder 8"/>
          <p:cNvSpPr>
            <a:spLocks noGrp="1"/>
          </p:cNvSpPr>
          <p:nvPr>
            <p:ph type="body" idx="28" sz="quarter"/>
          </p:nvPr>
        </p:nvSpPr>
        <p:spPr/>
        <p:txBody>
          <a:bodyPr/>
          <a:lstStyle/>
          <a:p>
            <a:r>
              <a:t>SageMaker Deployment</a:t>
            </a:r>
          </a:p>
        </p:txBody>
      </p:sp>
      <p:sp>
        <p:nvSpPr>
          <p:cNvPr id="10" name="Text Placeholder 9"/>
          <p:cNvSpPr>
            <a:spLocks noGrp="1"/>
          </p:cNvSpPr>
          <p:nvPr>
            <p:ph type="body" idx="27" sz="quarter"/>
          </p:nvPr>
        </p:nvSpPr>
        <p:spPr/>
        <p:txBody>
          <a:bodyPr/>
          <a:lstStyle/>
          <a:p>
            <a:r>
              <a:t>Deploys model to endpoint.</a:t>
            </a:r>
          </a:p>
          <a:p>
            <a:r>
              <a:t>Supports live or batch inference.</a:t>
            </a:r>
          </a:p>
        </p:txBody>
      </p:sp>
      <p:sp>
        <p:nvSpPr>
          <p:cNvPr id="11" name="Text Placeholder 10"/>
          <p:cNvSpPr>
            <a:spLocks noGrp="1"/>
          </p:cNvSpPr>
          <p:nvPr>
            <p:ph type="body" idx="30" sz="quarter"/>
          </p:nvPr>
        </p:nvSpPr>
        <p:spPr/>
        <p:txBody>
          <a:bodyPr/>
          <a:lstStyle/>
          <a:p>
            <a:r>
              <a:t>Demonstrates proactive monitoring, detailed audit, and the ML production workflow.</a:t>
            </a:r>
          </a:p>
        </p:txBody>
      </p:sp>
      <p:sp>
        <p:nvSpPr>
          <p:cNvPr id="12" name="Text Placeholder 11"/>
          <p:cNvSpPr>
            <a:spLocks noGrp="1"/>
          </p:cNvSpPr>
          <p:nvPr>
            <p:ph type="body" idx="10" sz="quarter"/>
          </p:nvPr>
        </p:nvSpPr>
        <p:spPr/>
        <p:txBody>
          <a:bodyPr/>
          <a:lstStyle/>
          <a:p>
            <a:r>
              <a:t>Automation and ML Deployment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disclaimer_slide">
    <p:spTree>
      <p:nvGrpSpPr>
        <p:cNvPr id="1" name=""/>
        <p:cNvGrpSpPr/>
        <p:nvPr/>
      </p:nvGrpSpPr>
      <p:grpSpPr/>
    </p:spTree>
  </p:cSld>
  <p:clrMapOvr>
    <a:masterClrMapping/>
  </p:clrMapOvr>
</p:sld>
</file>

<file path=ppt/theme/theme1.xml><?xml version="1.0" encoding="utf-8"?>
<a:theme xmlns:a="http://schemas.openxmlformats.org/drawingml/2006/main" name="Office Theme">
  <a:themeElements>
    <a:clrScheme name="Deloitte Theme">
      <a:dk1>
        <a:srgbClr val="000000"/>
      </a:dk1>
      <a:lt1>
        <a:srgbClr val="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9018822-8f85-4244-b13b-d1ae05c1217e">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64A927CB5BCC74F82397CE402B68C8E" ma:contentTypeVersion="15" ma:contentTypeDescription="Create a new document." ma:contentTypeScope="" ma:versionID="e6e160becf542fefb2babfc0f73b3686">
  <xsd:schema xmlns:xsd="http://www.w3.org/2001/XMLSchema" xmlns:xs="http://www.w3.org/2001/XMLSchema" xmlns:p="http://schemas.microsoft.com/office/2006/metadata/properties" xmlns:ns2="19018822-8f85-4244-b13b-d1ae05c1217e" xmlns:ns3="558a8692-e5ec-434e-b798-65dbd92d1c46" targetNamespace="http://schemas.microsoft.com/office/2006/metadata/properties" ma:root="true" ma:fieldsID="a2f1786b1aff69a14266849e0092e324" ns2:_="" ns3:_="">
    <xsd:import namespace="19018822-8f85-4244-b13b-d1ae05c1217e"/>
    <xsd:import namespace="558a8692-e5ec-434e-b798-65dbd92d1c4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LengthInSeconds" minOccurs="0"/>
                <xsd:element ref="ns2:MediaServiceSearchPropertie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9018822-8f85-4244-b13b-d1ae05c1217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Location" ma:index="21" nillable="true" ma:displayName="Location" ma:indexed="true" ma:internalName="MediaServiceLocation" ma:readOnly="true">
      <xsd:simpleType>
        <xsd:restriction base="dms:Text"/>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58a8692-e5ec-434e-b798-65dbd92d1c46"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597C2DB-0498-43B1-92DA-4A0E8D5DBF3F}">
  <ds:schemaRefs>
    <ds:schemaRef ds:uri="http://schemas.microsoft.com/sharepoint/v3/contenttype/forms"/>
  </ds:schemaRefs>
</ds:datastoreItem>
</file>

<file path=customXml/itemProps2.xml><?xml version="1.0" encoding="utf-8"?>
<ds:datastoreItem xmlns:ds="http://schemas.openxmlformats.org/officeDocument/2006/customXml" ds:itemID="{5364A6BA-4167-4809-B3BC-2970F05C016F}">
  <ds:schemaRefs>
    <ds:schemaRef ds:uri="http://schemas.microsoft.com/office/2006/documentManagement/types"/>
    <ds:schemaRef ds:uri="http://www.w3.org/XML/1998/namespace"/>
    <ds:schemaRef ds:uri="http://schemas.microsoft.com/office/2006/metadata/properties"/>
    <ds:schemaRef ds:uri="http://purl.org/dc/terms/"/>
    <ds:schemaRef ds:uri="http://schemas.openxmlformats.org/package/2006/metadata/core-properties"/>
    <ds:schemaRef ds:uri="http://purl.org/dc/elements/1.1/"/>
    <ds:schemaRef ds:uri="http://purl.org/dc/dcmitype/"/>
    <ds:schemaRef ds:uri="http://schemas.microsoft.com/office/infopath/2007/PartnerControls"/>
    <ds:schemaRef ds:uri="558a8692-e5ec-434e-b798-65dbd92d1c46"/>
    <ds:schemaRef ds:uri="19018822-8f85-4244-b13b-d1ae05c1217e"/>
  </ds:schemaRefs>
</ds:datastoreItem>
</file>

<file path=customXml/itemProps3.xml><?xml version="1.0" encoding="utf-8"?>
<ds:datastoreItem xmlns:ds="http://schemas.openxmlformats.org/officeDocument/2006/customXml" ds:itemID="{68B8C6A4-D3C6-4E1E-A290-F36CA953F567}">
  <ds:schemaRefs>
    <ds:schemaRef ds:uri="19018822-8f85-4244-b13b-d1ae05c1217e"/>
    <ds:schemaRef ds:uri="558a8692-e5ec-434e-b798-65dbd92d1c4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ea60d57e-af5b-4752-ac57-3e4f28ca11dc}" enabled="1" method="Privileged" siteId="{36da45f1-dd2c-4d1f-af13-5abe46b99921}" removed="0"/>
</clbl:labelList>
</file>

<file path=docProps/app.xml><?xml version="1.0" encoding="utf-8"?>
<Properties xmlns="http://schemas.openxmlformats.org/officeDocument/2006/extended-properties" xmlns:vt="http://schemas.openxmlformats.org/officeDocument/2006/docPropsVTypes">
  <TotalTime>7184</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0</vt:i4>
      </vt:variant>
    </vt:vector>
  </HeadingPairs>
  <TitlesOfParts>
    <vt:vector size="8" baseType="lpstr">
      <vt:lpstr>Aptos</vt:lpstr>
      <vt:lpstr>Arial</vt:lpstr>
      <vt:lpstr>Open Sans</vt:lpstr>
      <vt:lpstr>Open Sans ExtraBold</vt:lpstr>
      <vt:lpstr>Open Sans Light</vt:lpstr>
      <vt:lpstr>Open Sans SemiBold</vt:lpstr>
      <vt:lpstr>Wingdings 2</vt:lpstr>
      <vt:lpstr>Office Theme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Sonnyk, Sofiia</dc:creator>
  <cp:lastModifiedBy>Oleksandr Shabanov</cp:lastModifiedBy>
  <cp:revision>196</cp:revision>
  <dcterms:created xsi:type="dcterms:W3CDTF">2025-07-15T12:55:17Z</dcterms:created>
  <dcterms:modified xsi:type="dcterms:W3CDTF">2026-02-10T11:38:04Z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0x010100664A927CB5BCC74F82397CE402B68C8E</vt:lpwstr>
  </property>
  <property fmtid="{D5CDD505-2E9C-101B-9397-08002B2CF9AE}" pid="3" name="MediaServiceImageTags">
    <vt:lpwstr/>
  </property>
</Properties>
</file>